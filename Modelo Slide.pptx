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81" r:id="rId4"/>
    <p:sldId id="280" r:id="rId5"/>
  </p:sldIdLst>
  <p:sldSz cx="9144000" cy="5143500" type="screen16x9"/>
  <p:notesSz cx="9144000" cy="51435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20" autoAdjust="0"/>
    <p:restoredTop sz="94660"/>
  </p:normalViewPr>
  <p:slideViewPr>
    <p:cSldViewPr>
      <p:cViewPr varScale="1">
        <p:scale>
          <a:sx n="145" d="100"/>
          <a:sy n="145" d="100"/>
        </p:scale>
        <p:origin x="24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DD78BE-1989-4411-8E38-70FFB3D22DDC}" type="datetimeFigureOut">
              <a:rPr lang="pt-BR" smtClean="0"/>
              <a:t>02/04/2021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891EA-2169-4D74-886B-EA8EA7CCD5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238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117091" y="541019"/>
            <a:ext cx="6910070" cy="192405"/>
          </a:xfrm>
          <a:custGeom>
            <a:avLst/>
            <a:gdLst/>
            <a:ahLst/>
            <a:cxnLst/>
            <a:rect l="l" t="t" r="r" b="b"/>
            <a:pathLst>
              <a:path w="6910070" h="192404">
                <a:moveTo>
                  <a:pt x="0" y="192024"/>
                </a:moveTo>
                <a:lnTo>
                  <a:pt x="6909816" y="192024"/>
                </a:lnTo>
                <a:lnTo>
                  <a:pt x="6909816" y="0"/>
                </a:lnTo>
                <a:lnTo>
                  <a:pt x="0" y="0"/>
                </a:lnTo>
                <a:lnTo>
                  <a:pt x="0" y="192024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081277" y="1319022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09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081277" y="46718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1081277" y="3300221"/>
            <a:ext cx="6898005" cy="3810"/>
          </a:xfrm>
          <a:custGeom>
            <a:avLst/>
            <a:gdLst/>
            <a:ahLst/>
            <a:cxnLst/>
            <a:rect l="l" t="t" r="r" b="b"/>
            <a:pathLst>
              <a:path w="6898005" h="3810">
                <a:moveTo>
                  <a:pt x="6897878" y="3301"/>
                </a:moveTo>
                <a:lnTo>
                  <a:pt x="0" y="0"/>
                </a:lnTo>
              </a:path>
            </a:pathLst>
          </a:custGeom>
          <a:ln w="19811">
            <a:solidFill>
              <a:srgbClr val="0747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4066032" y="0"/>
            <a:ext cx="1011936" cy="8305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86080"/>
          </a:xfrm>
          <a:custGeom>
            <a:avLst/>
            <a:gdLst/>
            <a:ahLst/>
            <a:cxnLst/>
            <a:rect l="l" t="t" r="r" b="b"/>
            <a:pathLst>
              <a:path w="9144000" h="386080">
                <a:moveTo>
                  <a:pt x="0" y="385572"/>
                </a:moveTo>
                <a:lnTo>
                  <a:pt x="9144000" y="385572"/>
                </a:lnTo>
                <a:lnTo>
                  <a:pt x="9144000" y="0"/>
                </a:lnTo>
                <a:lnTo>
                  <a:pt x="0" y="0"/>
                </a:lnTo>
                <a:lnTo>
                  <a:pt x="0" y="385572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740140" y="4757927"/>
            <a:ext cx="403860" cy="386080"/>
          </a:xfrm>
          <a:custGeom>
            <a:avLst/>
            <a:gdLst/>
            <a:ahLst/>
            <a:cxnLst/>
            <a:rect l="l" t="t" r="r" b="b"/>
            <a:pathLst>
              <a:path w="403859" h="386079">
                <a:moveTo>
                  <a:pt x="0" y="385571"/>
                </a:moveTo>
                <a:lnTo>
                  <a:pt x="403860" y="385571"/>
                </a:lnTo>
                <a:lnTo>
                  <a:pt x="403860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0" y="4757927"/>
            <a:ext cx="402590" cy="386080"/>
          </a:xfrm>
          <a:custGeom>
            <a:avLst/>
            <a:gdLst/>
            <a:ahLst/>
            <a:cxnLst/>
            <a:rect l="l" t="t" r="r" b="b"/>
            <a:pathLst>
              <a:path w="402590" h="386079">
                <a:moveTo>
                  <a:pt x="0" y="385571"/>
                </a:moveTo>
                <a:lnTo>
                  <a:pt x="402336" y="385571"/>
                </a:lnTo>
                <a:lnTo>
                  <a:pt x="402336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402336" y="4757927"/>
            <a:ext cx="8338184" cy="386080"/>
          </a:xfrm>
          <a:custGeom>
            <a:avLst/>
            <a:gdLst/>
            <a:ahLst/>
            <a:cxnLst/>
            <a:rect l="l" t="t" r="r" b="b"/>
            <a:pathLst>
              <a:path w="8338184" h="386079">
                <a:moveTo>
                  <a:pt x="0" y="385571"/>
                </a:moveTo>
                <a:lnTo>
                  <a:pt x="8337804" y="385571"/>
                </a:lnTo>
                <a:lnTo>
                  <a:pt x="8337804" y="0"/>
                </a:lnTo>
                <a:lnTo>
                  <a:pt x="0" y="0"/>
                </a:lnTo>
                <a:lnTo>
                  <a:pt x="0" y="385571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8170164" y="45719"/>
            <a:ext cx="974090" cy="1012190"/>
          </a:xfrm>
          <a:custGeom>
            <a:avLst/>
            <a:gdLst/>
            <a:ahLst/>
            <a:cxnLst/>
            <a:rect l="l" t="t" r="r" b="b"/>
            <a:pathLst>
              <a:path w="974090" h="1012190">
                <a:moveTo>
                  <a:pt x="811529" y="0"/>
                </a:moveTo>
                <a:lnTo>
                  <a:pt x="162305" y="0"/>
                </a:lnTo>
                <a:lnTo>
                  <a:pt x="119150" y="5796"/>
                </a:lnTo>
                <a:lnTo>
                  <a:pt x="80376" y="22154"/>
                </a:lnTo>
                <a:lnTo>
                  <a:pt x="47529" y="47529"/>
                </a:lnTo>
                <a:lnTo>
                  <a:pt x="22154" y="80376"/>
                </a:lnTo>
                <a:lnTo>
                  <a:pt x="5796" y="119150"/>
                </a:lnTo>
                <a:lnTo>
                  <a:pt x="0" y="162305"/>
                </a:lnTo>
                <a:lnTo>
                  <a:pt x="0" y="849629"/>
                </a:lnTo>
                <a:lnTo>
                  <a:pt x="5796" y="892785"/>
                </a:lnTo>
                <a:lnTo>
                  <a:pt x="22154" y="931559"/>
                </a:lnTo>
                <a:lnTo>
                  <a:pt x="47529" y="964406"/>
                </a:lnTo>
                <a:lnTo>
                  <a:pt x="80376" y="989781"/>
                </a:lnTo>
                <a:lnTo>
                  <a:pt x="119150" y="1006139"/>
                </a:lnTo>
                <a:lnTo>
                  <a:pt x="162305" y="1011935"/>
                </a:lnTo>
                <a:lnTo>
                  <a:pt x="811529" y="1011935"/>
                </a:lnTo>
                <a:lnTo>
                  <a:pt x="854685" y="1006139"/>
                </a:lnTo>
                <a:lnTo>
                  <a:pt x="893459" y="989781"/>
                </a:lnTo>
                <a:lnTo>
                  <a:pt x="926306" y="964406"/>
                </a:lnTo>
                <a:lnTo>
                  <a:pt x="951681" y="931559"/>
                </a:lnTo>
                <a:lnTo>
                  <a:pt x="968039" y="892785"/>
                </a:lnTo>
                <a:lnTo>
                  <a:pt x="973835" y="849629"/>
                </a:lnTo>
                <a:lnTo>
                  <a:pt x="973835" y="162305"/>
                </a:lnTo>
                <a:lnTo>
                  <a:pt x="968039" y="119150"/>
                </a:lnTo>
                <a:lnTo>
                  <a:pt x="951681" y="80376"/>
                </a:lnTo>
                <a:lnTo>
                  <a:pt x="926306" y="47529"/>
                </a:lnTo>
                <a:lnTo>
                  <a:pt x="893459" y="22154"/>
                </a:lnTo>
                <a:lnTo>
                  <a:pt x="854685" y="5796"/>
                </a:lnTo>
                <a:lnTo>
                  <a:pt x="811529" y="0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8261604" y="385572"/>
            <a:ext cx="792479" cy="5410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131" y="440182"/>
            <a:ext cx="368490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181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7477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14725" y="735533"/>
            <a:ext cx="2124710" cy="530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80" dirty="0">
                <a:solidFill>
                  <a:srgbClr val="05356B"/>
                </a:solidFill>
                <a:latin typeface="Calibri"/>
                <a:cs typeface="Calibri"/>
              </a:rPr>
              <a:t>Universidade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75" dirty="0">
                <a:solidFill>
                  <a:srgbClr val="05356B"/>
                </a:solidFill>
                <a:latin typeface="Calibri"/>
                <a:cs typeface="Calibri"/>
              </a:rPr>
              <a:t>Vale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</a:t>
            </a:r>
            <a:r>
              <a:rPr sz="110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55" dirty="0">
                <a:solidFill>
                  <a:srgbClr val="05356B"/>
                </a:solidFill>
                <a:latin typeface="Calibri"/>
                <a:cs typeface="Calibri"/>
              </a:rPr>
              <a:t>Itajaí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Escola </a:t>
            </a:r>
            <a:r>
              <a:rPr sz="1100" spc="-105" dirty="0">
                <a:solidFill>
                  <a:srgbClr val="05356B"/>
                </a:solidFill>
                <a:latin typeface="Calibri"/>
                <a:cs typeface="Calibri"/>
              </a:rPr>
              <a:t>do </a:t>
            </a:r>
            <a:r>
              <a:rPr sz="1100" spc="-120" dirty="0">
                <a:solidFill>
                  <a:srgbClr val="05356B"/>
                </a:solidFill>
                <a:latin typeface="Calibri"/>
                <a:cs typeface="Calibri"/>
              </a:rPr>
              <a:t>Mar, 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e </a:t>
            </a:r>
            <a:r>
              <a:rPr sz="1100" spc="-65" dirty="0">
                <a:solidFill>
                  <a:srgbClr val="05356B"/>
                </a:solidFill>
                <a:latin typeface="Calibri"/>
                <a:cs typeface="Calibri"/>
              </a:rPr>
              <a:t>Tecnologia </a:t>
            </a:r>
            <a:r>
              <a:rPr sz="1100" spc="-20" dirty="0">
                <a:solidFill>
                  <a:srgbClr val="05356B"/>
                </a:solidFill>
                <a:latin typeface="Calibri"/>
                <a:cs typeface="Calibri"/>
              </a:rPr>
              <a:t>-</a:t>
            </a: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10" dirty="0">
                <a:solidFill>
                  <a:srgbClr val="05356B"/>
                </a:solidFill>
                <a:latin typeface="Calibri"/>
                <a:cs typeface="Calibri"/>
              </a:rPr>
              <a:t>EMCT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1100" spc="-70" dirty="0">
                <a:solidFill>
                  <a:srgbClr val="05356B"/>
                </a:solidFill>
                <a:latin typeface="Calibri"/>
                <a:cs typeface="Calibri"/>
              </a:rPr>
              <a:t>Ciência </a:t>
            </a:r>
            <a:r>
              <a:rPr sz="1100" spc="-95" dirty="0">
                <a:solidFill>
                  <a:srgbClr val="05356B"/>
                </a:solidFill>
                <a:latin typeface="Calibri"/>
                <a:cs typeface="Calibri"/>
              </a:rPr>
              <a:t>da</a:t>
            </a:r>
            <a:r>
              <a:rPr sz="1100" spc="10" dirty="0">
                <a:solidFill>
                  <a:srgbClr val="05356B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05356B"/>
                </a:solidFill>
                <a:latin typeface="Calibri"/>
                <a:cs typeface="Calibri"/>
              </a:rPr>
              <a:t>Computação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80516" y="4788408"/>
            <a:ext cx="6946900" cy="192405"/>
          </a:xfrm>
          <a:custGeom>
            <a:avLst/>
            <a:gdLst/>
            <a:ahLst/>
            <a:cxnLst/>
            <a:rect l="l" t="t" r="r" b="b"/>
            <a:pathLst>
              <a:path w="6946900" h="192404">
                <a:moveTo>
                  <a:pt x="0" y="192023"/>
                </a:moveTo>
                <a:lnTo>
                  <a:pt x="6946392" y="192023"/>
                </a:lnTo>
                <a:lnTo>
                  <a:pt x="6946392" y="0"/>
                </a:lnTo>
                <a:lnTo>
                  <a:pt x="0" y="0"/>
                </a:lnTo>
                <a:lnTo>
                  <a:pt x="0" y="192023"/>
                </a:lnTo>
                <a:close/>
              </a:path>
            </a:pathLst>
          </a:custGeom>
          <a:solidFill>
            <a:srgbClr val="074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0516" y="2038350"/>
            <a:ext cx="69469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pt-BR" sz="4000" b="1" spc="-270" dirty="0" smtClean="0">
                <a:solidFill>
                  <a:srgbClr val="07477C"/>
                </a:solidFill>
                <a:latin typeface="Helvetica LT Std" panose="020B0504020202020204"/>
                <a:cs typeface="Calibri"/>
              </a:rPr>
              <a:t>Título</a:t>
            </a:r>
            <a:endParaRPr lang="pt-BR" sz="3200" b="1" spc="-200" dirty="0" smtClean="0">
              <a:solidFill>
                <a:srgbClr val="07477C"/>
              </a:solidFill>
              <a:latin typeface="Helvetica LT Std" panose="020B0504020202020204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0516" y="3638550"/>
            <a:ext cx="69469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pt-BR" spc="-130" dirty="0" smtClean="0">
                <a:solidFill>
                  <a:srgbClr val="07477C"/>
                </a:solidFill>
                <a:latin typeface="Helvetica LT Std" panose="020B0504020202020204" pitchFamily="34" charset="0"/>
                <a:cs typeface="Calibri"/>
              </a:rPr>
              <a:t>Nomes</a:t>
            </a:r>
            <a:endParaRPr lang="pt-BR" spc="-130" dirty="0" smtClean="0">
              <a:solidFill>
                <a:srgbClr val="07477C"/>
              </a:solidFill>
              <a:latin typeface="Helvetica LT Std" panose="020B0504020202020204" pitchFamily="34" charset="0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Sumário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18691"/>
            <a:ext cx="8640370" cy="1310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Tema 1</a:t>
            </a:r>
            <a:endParaRPr lang="pt-BR" sz="2200" dirty="0" smtClean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Tema 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2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Bef>
                <a:spcPts val="100"/>
              </a:spcBef>
              <a:spcAft>
                <a:spcPts val="10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sz="2200" dirty="0">
                <a:solidFill>
                  <a:srgbClr val="07477C"/>
                </a:solidFill>
                <a:latin typeface="Helvetica LT Std" panose="020B0504020202020204" pitchFamily="34" charset="0"/>
              </a:rPr>
              <a:t>Tema </a:t>
            </a:r>
            <a:r>
              <a:rPr lang="pt-BR" sz="2200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3</a:t>
            </a:r>
            <a:endParaRPr lang="pt-BR" sz="2200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pc="-285" dirty="0" smtClean="0">
                <a:latin typeface="Helvetica LT Std" panose="020B0504020202020204" pitchFamily="34" charset="0"/>
              </a:rPr>
              <a:t>Conteúdo</a:t>
            </a:r>
            <a:endParaRPr lang="pt-BR" dirty="0">
              <a:latin typeface="Helvetica LT Std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383" y="1084383"/>
            <a:ext cx="8387232" cy="307777"/>
          </a:xfrm>
        </p:spPr>
        <p:txBody>
          <a:bodyPr/>
          <a:lstStyle/>
          <a:p>
            <a:r>
              <a:rPr lang="pt-BR" dirty="0" smtClean="0"/>
              <a:t>Texto de conteúdo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44225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31" y="440182"/>
            <a:ext cx="235386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pt-BR" spc="-285" dirty="0" smtClean="0">
                <a:latin typeface="Helvetica LT Std" panose="020B0504020202020204" pitchFamily="34" charset="0"/>
              </a:rPr>
              <a:t>Referências</a:t>
            </a:r>
            <a:endParaRPr spc="-285" dirty="0">
              <a:latin typeface="Helvetica LT Std" panose="020B050402020202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1230" y="1123950"/>
            <a:ext cx="864037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Título 1.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&lt;link 1/&gt;</a:t>
            </a:r>
            <a:endParaRPr lang="pt-BR" dirty="0">
              <a:solidFill>
                <a:srgbClr val="07477C"/>
              </a:solidFill>
              <a:latin typeface="Helvetica LT Std" panose="020B0504020202020204" pitchFamily="34" charset="0"/>
            </a:endParaRPr>
          </a:p>
          <a:p>
            <a:pPr marL="431800" indent="-419100">
              <a:spcAft>
                <a:spcPts val="600"/>
              </a:spcAft>
              <a:buFont typeface="Arial"/>
              <a:buChar char="●"/>
              <a:tabLst>
                <a:tab pos="431800" algn="l"/>
                <a:tab pos="432434" algn="l"/>
              </a:tabLst>
            </a:pPr>
            <a:r>
              <a:rPr lang="pt-BR" b="1" dirty="0">
                <a:solidFill>
                  <a:srgbClr val="07477C"/>
                </a:solidFill>
                <a:latin typeface="Helvetica LT Std" panose="020B0504020202020204" pitchFamily="34" charset="0"/>
              </a:rPr>
              <a:t>Título </a:t>
            </a:r>
            <a:r>
              <a:rPr lang="pt-BR" b="1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2.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  </a:t>
            </a:r>
            <a:r>
              <a:rPr lang="pt-BR" dirty="0">
                <a:solidFill>
                  <a:srgbClr val="07477C"/>
                </a:solidFill>
                <a:latin typeface="Helvetica LT Std" panose="020B0504020202020204" pitchFamily="34" charset="0"/>
              </a:rPr>
              <a:t>Disponível em: &lt;link </a:t>
            </a:r>
            <a:r>
              <a:rPr lang="pt-BR" dirty="0" smtClean="0">
                <a:solidFill>
                  <a:srgbClr val="07477C"/>
                </a:solidFill>
                <a:latin typeface="Helvetica LT Std" panose="020B0504020202020204" pitchFamily="34" charset="0"/>
              </a:rPr>
              <a:t>2/&gt;</a:t>
            </a:r>
            <a:endParaRPr lang="pt-BR" dirty="0">
              <a:solidFill>
                <a:srgbClr val="07477C"/>
              </a:solidFill>
              <a:latin typeface="Helvetica LT Std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102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380</TotalTime>
  <Words>51</Words>
  <Application>Microsoft Office PowerPoint</Application>
  <PresentationFormat>On-screen Show (16:9)</PresentationFormat>
  <Paragraphs>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 LT Std</vt:lpstr>
      <vt:lpstr>Office Theme</vt:lpstr>
      <vt:lpstr>PowerPoint Presentation</vt:lpstr>
      <vt:lpstr>Sumário</vt:lpstr>
      <vt:lpstr>Conteúdo</vt:lpstr>
      <vt:lpstr>Referências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 Unidade 1 – Conceitos básicos de Ciência da Computação</dc:title>
  <dc:creator>Paulo Henrique</dc:creator>
  <cp:lastModifiedBy>Gustavo Stahl Müller</cp:lastModifiedBy>
  <cp:revision>72</cp:revision>
  <dcterms:created xsi:type="dcterms:W3CDTF">2019-04-07T19:13:44Z</dcterms:created>
  <dcterms:modified xsi:type="dcterms:W3CDTF">2021-04-02T23:53:34Z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2019-04-01T00:00:00Z</vt:filetime>
  </property>
  <property fmtid="{D5CDD505-2E9C-101B-9397-08002B2CF9AE}" pid="3" name="Creator">
    <vt:lpwstr>Microsoft® PowerPoint® para Office 365</vt:lpwstr>
  </property>
  <property fmtid="{D5CDD505-2E9C-101B-9397-08002B2CF9AE}" pid="4" name="LastSaved">
    <vt:filetime>2019-04-07T00:00:00Z</vt:filetime>
  </property>
</Properties>
</file>