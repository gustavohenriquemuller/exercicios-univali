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5" r:id="rId4"/>
    <p:sldId id="287" r:id="rId5"/>
    <p:sldId id="288" r:id="rId6"/>
    <p:sldId id="286" r:id="rId7"/>
    <p:sldId id="281" r:id="rId8"/>
    <p:sldId id="282" r:id="rId9"/>
    <p:sldId id="284" r:id="rId10"/>
    <p:sldId id="283" r:id="rId11"/>
    <p:sldId id="280" r:id="rId12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0" autoAdjust="0"/>
    <p:restoredTop sz="94660"/>
  </p:normalViewPr>
  <p:slideViewPr>
    <p:cSldViewPr>
      <p:cViewPr varScale="1">
        <p:scale>
          <a:sx n="145" d="100"/>
          <a:sy n="145" d="100"/>
        </p:scale>
        <p:origin x="24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23/03/2021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1733550"/>
            <a:ext cx="69469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SISTEMAS OPERACIONAIS: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ANDROID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867150"/>
            <a:ext cx="69469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Müller e </a:t>
            </a:r>
            <a:r>
              <a:rPr lang="pt-BR" sz="1800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Paulo Henrique </a:t>
            </a:r>
            <a:r>
              <a:rPr lang="pt-BR" sz="1800" spc="-130" dirty="0" err="1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Rohling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22698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História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Versões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Arquiteturas Suportadas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Aplicações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Curiosidades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História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1790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Sistema Operacional para dispositivos </a:t>
            </a: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touchscreen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;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Baseado no </a:t>
            </a:r>
            <a:r>
              <a:rPr lang="pt-BR" sz="2200" dirty="0" err="1">
                <a:solidFill>
                  <a:srgbClr val="07477C"/>
                </a:solidFill>
                <a:latin typeface="Helvetica LT Std" panose="020B0504020202020204" pitchFamily="34" charset="0"/>
              </a:rPr>
              <a:t>k</a:t>
            </a: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ernel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Linux;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Open-</a:t>
            </a: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Source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;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, Open </a:t>
            </a: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Handset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Alliance e Google.</a:t>
            </a:r>
          </a:p>
        </p:txBody>
      </p:sp>
      <p:pic>
        <p:nvPicPr>
          <p:cNvPr id="1026" name="Picture 2" descr="Linux – Wikipédia, a enciclopédia liv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392" y="3638550"/>
            <a:ext cx="853633" cy="101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inco bons motivos para amar o seu Android | Listas | TechTu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548" y="3638549"/>
            <a:ext cx="1010843" cy="101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99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História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062847"/>
            <a:ext cx="8640370" cy="11695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Em 2008, era lançado o primeiro dispositivo </a:t>
            </a: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, o HTC Dream;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Sucesso de vendas em 2013.</a:t>
            </a:r>
          </a:p>
        </p:txBody>
      </p:sp>
      <p:pic>
        <p:nvPicPr>
          <p:cNvPr id="6" name="Imagem 5" descr="T-Mobile G1 – Wikipédia, a enciclopédia livre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52" b="5424"/>
          <a:stretch/>
        </p:blipFill>
        <p:spPr bwMode="auto">
          <a:xfrm>
            <a:off x="2647655" y="2288242"/>
            <a:ext cx="4047520" cy="23409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2889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História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062847"/>
            <a:ext cx="8640370" cy="8309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BugDroid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;</a:t>
            </a: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é Linux?</a:t>
            </a:r>
          </a:p>
        </p:txBody>
      </p:sp>
      <p:pic>
        <p:nvPicPr>
          <p:cNvPr id="5" name="Imagem 4" descr="Bugdroid Wallpaper 11 opções para personalizar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2343150"/>
            <a:ext cx="3139928" cy="209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Nova atualização do Linux já vem com código do Android | Notícias | TechTud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765" y="2343150"/>
            <a:ext cx="1371600" cy="211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ebate: O Android é ou não é Linux? - BR-Linux.or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80" y="2322520"/>
            <a:ext cx="1895475" cy="213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210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Versões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Ordem alfabética e nomes de doces;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895600" y="1581756"/>
            <a:ext cx="3429000" cy="1808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Froyo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(2010)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Gingerbread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(2010-2011)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Honeycomb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(2011-2012)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Ice Cream </a:t>
            </a: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Sandwich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(2012)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Jelly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</a:t>
            </a: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Bean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(2012-2013)</a:t>
            </a:r>
          </a:p>
        </p:txBody>
      </p:sp>
      <p:sp>
        <p:nvSpPr>
          <p:cNvPr id="7" name="object 3"/>
          <p:cNvSpPr txBox="1"/>
          <p:nvPr/>
        </p:nvSpPr>
        <p:spPr>
          <a:xfrm>
            <a:off x="503630" y="1581756"/>
            <a:ext cx="3001570" cy="1808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Astro (2008)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Battenberg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(2009)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Cupcake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(2009)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Donut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(2009)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Éclair (2009-2010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)</a:t>
            </a:r>
            <a:endParaRPr lang="pt-BR" sz="16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5715000" y="1581756"/>
            <a:ext cx="3429000" cy="2970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Kit </a:t>
            </a: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Kat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(2013-2014)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Lollipop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(2014-2015)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Marshmallow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(2015)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Nougat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(2016)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Oreo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(2017)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Pie (2018)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10 (2019)</a:t>
            </a:r>
          </a:p>
          <a:p>
            <a:pPr marL="12700">
              <a:spcBef>
                <a:spcPts val="100"/>
              </a:spcBef>
              <a:spcAft>
                <a:spcPts val="1000"/>
              </a:spcAft>
              <a:tabLst>
                <a:tab pos="431800" algn="l"/>
                <a:tab pos="432434" algn="l"/>
              </a:tabLst>
            </a:pPr>
            <a:r>
              <a:rPr lang="pt-BR" sz="1600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11 (2020)</a:t>
            </a:r>
          </a:p>
        </p:txBody>
      </p:sp>
      <p:pic>
        <p:nvPicPr>
          <p:cNvPr id="10" name="Imagem 9" descr="manu-cornet-bugdroid-cartoon-android-evolution-key-lime-pie | Dudu Rocha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45" b="25331"/>
          <a:stretch/>
        </p:blipFill>
        <p:spPr bwMode="auto">
          <a:xfrm>
            <a:off x="503630" y="3501630"/>
            <a:ext cx="4987927" cy="10488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67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6697269" cy="1107996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Arquiteturas Suportadas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9233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A principal arquitetura suportada é ARM.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Também possui suporte à MIPS e x86.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RISC é o tipo de arquitetura esperada para dispositivos móveis.</a:t>
            </a:r>
          </a:p>
        </p:txBody>
      </p:sp>
      <p:pic>
        <p:nvPicPr>
          <p:cNvPr id="1028" name="Picture 4" descr="The internals of Android Stack Architecture - Article : android_dev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62150"/>
            <a:ext cx="5105400" cy="2871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25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Aplicações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200150"/>
            <a:ext cx="8387232" cy="86498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Pela natureza de código aberto do Android, é possível que ele sirva para uma multitude de aplicações diferentes.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313131" y="2230387"/>
            <a:ext cx="83872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7477C"/>
                </a:solidFill>
                <a:latin typeface="Helvetica LT Std" panose="020B0504020202020204"/>
              </a:rPr>
              <a:t>É principalmente projetado para uso do consumidor final em dispositivos móveis que usam tela de toque</a:t>
            </a:r>
            <a:r>
              <a:rPr lang="pt-BR" sz="2000" dirty="0" smtClean="0">
                <a:solidFill>
                  <a:srgbClr val="07477C"/>
                </a:solidFill>
                <a:latin typeface="Helvetica LT Std" panose="020B0504020202020204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rgbClr val="07477C"/>
                </a:solidFill>
                <a:latin typeface="Helvetica LT Std" panose="020B0504020202020204"/>
              </a:rPr>
              <a:t>Também é presente em Smart TVs.</a:t>
            </a:r>
            <a:endParaRPr lang="pt-BR" sz="2000" dirty="0">
              <a:solidFill>
                <a:srgbClr val="07477C"/>
              </a:solidFill>
              <a:latin typeface="Helvetica LT Std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0835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Aplicações</a:t>
            </a:r>
            <a:endParaRPr lang="pt-BR" dirty="0">
              <a:latin typeface="Helvetica LT Std"/>
            </a:endParaRPr>
          </a:p>
        </p:txBody>
      </p:sp>
      <p:pic>
        <p:nvPicPr>
          <p:cNvPr id="4098" name="Picture 2" descr="How to find the Android Version Distribution statistics in Android Stud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29709"/>
            <a:ext cx="5410200" cy="369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1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Curiosidades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1846659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O custo para publicar um aplicativo na Google Play gira em torno de</a:t>
            </a:r>
            <a:br>
              <a:rPr lang="pt-BR" dirty="0" smtClean="0">
                <a:latin typeface="Helvetica LT Std" panose="020B0504020202020204"/>
              </a:rPr>
            </a:br>
            <a:r>
              <a:rPr lang="pt-BR" dirty="0" smtClean="0">
                <a:latin typeface="Helvetica LT Std" panose="020B0504020202020204"/>
              </a:rPr>
              <a:t>US$ 21, ou aproximadamente 100 R$.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O Android usa a criptografia </a:t>
            </a:r>
            <a:r>
              <a:rPr lang="pt-BR" i="1" dirty="0" smtClean="0">
                <a:latin typeface="Helvetica LT Std" panose="020B0504020202020204"/>
              </a:rPr>
              <a:t>dm-crypt</a:t>
            </a:r>
            <a:r>
              <a:rPr lang="pt-BR" dirty="0" smtClean="0">
                <a:latin typeface="Helvetica LT Std" panose="020B0504020202020204"/>
              </a:rPr>
              <a:t> para criptografar os dados presentes no dispositivo.</a:t>
            </a:r>
            <a:endParaRPr lang="pt-BR" dirty="0" smtClean="0">
              <a:latin typeface="Helvetica LT Std" panose="020B0504020202020204"/>
            </a:endParaRPr>
          </a:p>
        </p:txBody>
      </p:sp>
      <p:pic>
        <p:nvPicPr>
          <p:cNvPr id="2052" name="Picture 4" descr="Android distributions - Lollipop still remains the Android version most  devices run at 34.1%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674" y="2495550"/>
            <a:ext cx="4154144" cy="209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63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487970" cy="335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Android.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 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://pt.wikipedia.org/wiki/Android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/&gt;.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8 fatos curiosos e interessantes que você precisa saber sobre o Android.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&lt;https://www.tecmundo.com.br/android/65093-8-curiosidades-surpreendentes-interessantes-android.htm/&gt;.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Cinco coisas que você precisa saber sobre celulares Android.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&lt;https://www.techtudo.com.br/listas/2020/03/cinco-coisas-que-voce-precisa-saber-sobre-celulares-android.ghtml/&gt;.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 </a:t>
            </a: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História do Android. 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www.oficinadanet.com.br/post/13939-a-historia-do-android&gt;.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1600" b="1" dirty="0" err="1" smtClean="0">
                <a:solidFill>
                  <a:srgbClr val="07477C"/>
                </a:solidFill>
                <a:latin typeface="Helvetica LT Std" panose="020B0504020202020204" pitchFamily="34" charset="0"/>
              </a:rPr>
              <a:t>Android</a:t>
            </a:r>
            <a:r>
              <a:rPr lang="pt-BR" sz="1600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é Linux? 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&lt;https</a:t>
            </a:r>
            <a:r>
              <a:rPr lang="pt-BR" sz="1600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sz="16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www.tecmundo.com.br/software/127038-android-linux-kernel.htm&gt;.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endParaRPr lang="pt-BR" sz="16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0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</TotalTime>
  <Words>335</Words>
  <Application>Microsoft Office PowerPoint</Application>
  <PresentationFormat>On-screen Show (16:9)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 LT Std</vt:lpstr>
      <vt:lpstr>Office Theme</vt:lpstr>
      <vt:lpstr>PowerPoint Presentation</vt:lpstr>
      <vt:lpstr>Sumário</vt:lpstr>
      <vt:lpstr>História</vt:lpstr>
      <vt:lpstr>História</vt:lpstr>
      <vt:lpstr>História</vt:lpstr>
      <vt:lpstr>Versões</vt:lpstr>
      <vt:lpstr>Arquiteturas Suportadas</vt:lpstr>
      <vt:lpstr>Aplicações</vt:lpstr>
      <vt:lpstr>Aplicações</vt:lpstr>
      <vt:lpstr>Curiosidades</vt:lpstr>
      <vt:lpstr>Referências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Gustavo Stahl Müller</cp:lastModifiedBy>
  <cp:revision>106</cp:revision>
  <dcterms:created xsi:type="dcterms:W3CDTF">2019-04-07T19:13:44Z</dcterms:created>
  <dcterms:modified xsi:type="dcterms:W3CDTF">2021-03-24T01:08:11Z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