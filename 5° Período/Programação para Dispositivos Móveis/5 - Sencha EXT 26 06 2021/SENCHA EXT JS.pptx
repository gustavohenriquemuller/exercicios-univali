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83" r:id="rId4"/>
    <p:sldId id="285" r:id="rId5"/>
    <p:sldId id="286" r:id="rId6"/>
    <p:sldId id="289" r:id="rId7"/>
    <p:sldId id="287" r:id="rId8"/>
    <p:sldId id="280" r:id="rId9"/>
    <p:sldId id="284" r:id="rId10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0" autoAdjust="0"/>
    <p:restoredTop sz="94660"/>
  </p:normalViewPr>
  <p:slideViewPr>
    <p:cSldViewPr>
      <p:cViewPr>
        <p:scale>
          <a:sx n="125" d="100"/>
          <a:sy n="125" d="100"/>
        </p:scale>
        <p:origin x="816" y="4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24/06/2021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2038350"/>
            <a:ext cx="69469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SENCHA EXT JS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714750"/>
            <a:ext cx="69469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</a:t>
            </a:r>
            <a:r>
              <a:rPr lang="pt-BR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Stahl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</a:t>
            </a: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Müller, Luan Luiz Gambeta</a:t>
            </a:r>
          </a:p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e </a:t>
            </a:r>
            <a:r>
              <a:rPr lang="pt-BR" sz="1800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Paulo Henrique </a:t>
            </a:r>
            <a:r>
              <a:rPr lang="pt-BR" sz="1800" spc="-130" dirty="0" err="1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Rohling</a:t>
            </a:r>
            <a:endParaRPr lang="pt-BR" spc="-130" dirty="0" smtClean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2749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Introdução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Dependências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Geração de APP’s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Versionamento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IDE’s e tecnologias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smtClean="0">
                <a:solidFill>
                  <a:srgbClr val="07477C"/>
                </a:solidFill>
                <a:latin typeface="Helvetica LT Std" panose="020B0504020202020204" pitchFamily="34" charset="0"/>
              </a:rPr>
              <a:t>Edição, compilação e execução</a:t>
            </a:r>
            <a:endParaRPr lang="pt-BR" sz="2200" dirty="0" smtClean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Introdução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1384995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Framework JavaScript para criação de</a:t>
            </a:r>
            <a:r>
              <a:rPr lang="pt-BR" b="1" dirty="0" smtClean="0">
                <a:latin typeface="Helvetica LT Std" panose="020B0504020202020204"/>
              </a:rPr>
              <a:t> interfaces web</a:t>
            </a:r>
            <a:r>
              <a:rPr lang="pt-BR" dirty="0" smtClean="0">
                <a:latin typeface="Helvetica LT Std" panose="020B0504020202020204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Era uma extensão da biblioteca YUI;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Passou a ser um framework </a:t>
            </a:r>
            <a:r>
              <a:rPr lang="pt-BR" dirty="0">
                <a:latin typeface="Helvetica LT Std" panose="020B0504020202020204"/>
              </a:rPr>
              <a:t>JavaScript independente</a:t>
            </a:r>
            <a:r>
              <a:rPr lang="pt-BR" dirty="0" smtClean="0">
                <a:latin typeface="Helvetica LT Std" panose="020B0504020202020204"/>
              </a:rPr>
              <a:t>.</a:t>
            </a:r>
          </a:p>
        </p:txBody>
      </p:sp>
      <p:pic>
        <p:nvPicPr>
          <p:cNvPr id="1026" name="Picture 2" descr="ExtJ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966" y="2469378"/>
            <a:ext cx="2430069" cy="209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ahoo! User Interface - YUI Blo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0" t="10288" r="18400" b="43998"/>
          <a:stretch/>
        </p:blipFill>
        <p:spPr bwMode="auto">
          <a:xfrm>
            <a:off x="4686452" y="2680158"/>
            <a:ext cx="28956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63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Dependência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1384995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YUI;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Instalação da biblioteca;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Versão gratuita e </a:t>
            </a:r>
            <a:r>
              <a:rPr lang="pt-BR" smtClean="0">
                <a:latin typeface="Helvetica" pitchFamily="2" charset="0"/>
              </a:rPr>
              <a:t>comercial;.</a:t>
            </a:r>
            <a:endParaRPr lang="pt-BR" dirty="0">
              <a:latin typeface="Helvetica" pitchFamily="2" charset="0"/>
            </a:endParaRPr>
          </a:p>
        </p:txBody>
      </p:sp>
      <p:pic>
        <p:nvPicPr>
          <p:cNvPr id="2050" name="Picture 2" descr="Página de download do ExtJ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t="1145" r="1"/>
          <a:stretch/>
        </p:blipFill>
        <p:spPr bwMode="auto">
          <a:xfrm>
            <a:off x="4343400" y="1123950"/>
            <a:ext cx="4422216" cy="341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62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Geração de APP’s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69331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O Sencha EXT JS por conta própria consegue gerar</a:t>
            </a:r>
            <a:br>
              <a:rPr lang="pt-BR" dirty="0" smtClean="0">
                <a:latin typeface="Helvetica" pitchFamily="2" charset="0"/>
              </a:rPr>
            </a:br>
            <a:r>
              <a:rPr lang="pt-BR" dirty="0" smtClean="0">
                <a:latin typeface="Helvetica" pitchFamily="2" charset="0"/>
              </a:rPr>
              <a:t>apenas APP’s web.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Com o uso do Sencha Architect 4.0</a:t>
            </a:r>
            <a:r>
              <a:rPr lang="pt-BR" dirty="0">
                <a:latin typeface="Helvetica" pitchFamily="2" charset="0"/>
              </a:rPr>
              <a:t/>
            </a:r>
            <a:br>
              <a:rPr lang="pt-BR" dirty="0">
                <a:latin typeface="Helvetica" pitchFamily="2" charset="0"/>
              </a:rPr>
            </a:br>
            <a:r>
              <a:rPr lang="pt-BR" dirty="0" smtClean="0">
                <a:latin typeface="Helvetica" pitchFamily="2" charset="0"/>
              </a:rPr>
              <a:t>e do Cordova, é possível fazer</a:t>
            </a:r>
            <a:br>
              <a:rPr lang="pt-BR" dirty="0" smtClean="0">
                <a:latin typeface="Helvetica" pitchFamily="2" charset="0"/>
              </a:rPr>
            </a:br>
            <a:r>
              <a:rPr lang="pt-BR" dirty="0" smtClean="0">
                <a:latin typeface="Helvetica" pitchFamily="2" charset="0"/>
              </a:rPr>
              <a:t>com que esses APP’s webs executem</a:t>
            </a:r>
            <a:r>
              <a:rPr lang="pt-BR" dirty="0">
                <a:latin typeface="Helvetica" pitchFamily="2" charset="0"/>
              </a:rPr>
              <a:t/>
            </a:r>
            <a:br>
              <a:rPr lang="pt-BR" dirty="0">
                <a:latin typeface="Helvetica" pitchFamily="2" charset="0"/>
              </a:rPr>
            </a:br>
            <a:r>
              <a:rPr lang="pt-BR" dirty="0" smtClean="0">
                <a:latin typeface="Helvetica" pitchFamily="2" charset="0"/>
              </a:rPr>
              <a:t>dentro de </a:t>
            </a:r>
            <a:r>
              <a:rPr lang="pt-BR" i="1" dirty="0" smtClean="0">
                <a:latin typeface="Helvetica" pitchFamily="2" charset="0"/>
              </a:rPr>
              <a:t>wrappers</a:t>
            </a:r>
            <a:r>
              <a:rPr lang="pt-BR" dirty="0" smtClean="0">
                <a:latin typeface="Helvetica" pitchFamily="2" charset="0"/>
              </a:rPr>
              <a:t> específicos à</a:t>
            </a:r>
            <a:r>
              <a:rPr lang="pt-BR" dirty="0">
                <a:latin typeface="Helvetica" pitchFamily="2" charset="0"/>
              </a:rPr>
              <a:t/>
            </a:r>
            <a:br>
              <a:rPr lang="pt-BR" dirty="0">
                <a:latin typeface="Helvetica" pitchFamily="2" charset="0"/>
              </a:rPr>
            </a:br>
            <a:r>
              <a:rPr lang="pt-BR" dirty="0" smtClean="0">
                <a:latin typeface="Helvetica" pitchFamily="2" charset="0"/>
              </a:rPr>
              <a:t>cada plataforma.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Possui suporte à MVC e MVVM.</a:t>
            </a:r>
          </a:p>
        </p:txBody>
      </p:sp>
      <p:pic>
        <p:nvPicPr>
          <p:cNvPr id="1026" name="Picture 2" descr="Architect 4 Hybrid Mobile Ap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673286"/>
            <a:ext cx="3657600" cy="274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82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Geração de APP’s</a:t>
            </a:r>
            <a:endParaRPr lang="pt-BR" dirty="0">
              <a:latin typeface="Helvetica LT Std"/>
            </a:endParaRPr>
          </a:p>
        </p:txBody>
      </p:sp>
      <p:pic>
        <p:nvPicPr>
          <p:cNvPr id="2050" name="Picture 2" descr="Ext JS Tutorial - javat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00150"/>
            <a:ext cx="72009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20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Versionamento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2308324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 primeira versão foi lançada em 15 de Abril de 2007.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Versões mais recentes foram lançadas numa base de 2 em 2 anos.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Eventualmente, YUI foi descontinuado em setembro de 2014, e o EXT JS virou uma biblioteca </a:t>
            </a:r>
            <a:r>
              <a:rPr lang="pt-BR" i="1" dirty="0" smtClean="0">
                <a:latin typeface="Helvetica" pitchFamily="2" charset="0"/>
              </a:rPr>
              <a:t>standalone</a:t>
            </a:r>
            <a:r>
              <a:rPr lang="pt-BR" dirty="0" smtClean="0">
                <a:latin typeface="Helvetica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" pitchFamily="2" charset="0"/>
              </a:rPr>
              <a:t>A versão mais nova é a 7.4.0, lançada mês passado (Maio de 2021).</a:t>
            </a:r>
          </a:p>
        </p:txBody>
      </p:sp>
    </p:spTree>
    <p:extLst>
      <p:ext uri="{BB962C8B-B14F-4D97-AF65-F5344CB8AC3E}">
        <p14:creationId xmlns:p14="http://schemas.microsoft.com/office/powerpoint/2010/main" val="84260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48797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DEVMEDIA. </a:t>
            </a: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Apresentando o framework </a:t>
            </a:r>
            <a:r>
              <a:rPr lang="pt-BR" sz="1600" b="1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Javascript</a:t>
            </a: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</a:t>
            </a:r>
            <a:r>
              <a:rPr lang="pt-BR" sz="1600" b="1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Ext</a:t>
            </a: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JS.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 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&lt;https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www.devmedia.com.br/apresentando-o-framework-javascript-extjs/27818&gt;. Acesso em 20 jun. 2021.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8 fatos curiosos e interessantes que você precisa saber sobre o Android.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&lt;https://www.tecmundo.com.br/android/65093-8-curiosidades-surpreendentes-interessantes-android.htm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/&gt;.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en-US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Building Hybrid Mobile Apps with Sencha Architect </a:t>
            </a:r>
            <a:r>
              <a:rPr lang="en-US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4</a:t>
            </a:r>
            <a:r>
              <a:rPr lang="en-US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: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&lt;https://www.sencha.com/blog/building-hybrid-mobile-apps-with-sencha-architect-4/&gt;.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Ext </a:t>
            </a: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JS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: Disponível em: &lt;https://en.wikipedia.org/wiki/Ext_JS&gt;.</a:t>
            </a:r>
            <a:endParaRPr lang="pt-BR" sz="1600" dirty="0" smtClean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endParaRPr lang="pt-BR" sz="16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0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2038350"/>
            <a:ext cx="69469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SENCHA EXT JS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714750"/>
            <a:ext cx="69469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</a:t>
            </a:r>
            <a:r>
              <a:rPr lang="pt-BR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Stahl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</a:t>
            </a: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Müller, Luan Luiz Gambeta</a:t>
            </a:r>
          </a:p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e </a:t>
            </a:r>
            <a:r>
              <a:rPr lang="pt-BR" sz="1800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Paulo Henrique </a:t>
            </a:r>
            <a:r>
              <a:rPr lang="pt-BR" sz="1800" spc="-130" dirty="0" err="1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Rohling</a:t>
            </a:r>
            <a:endParaRPr lang="pt-BR" spc="-130" dirty="0" smtClean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310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</TotalTime>
  <Words>265</Words>
  <Application>Microsoft Office PowerPoint</Application>
  <PresentationFormat>On-screen Show (16:9)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Helvetica</vt:lpstr>
      <vt:lpstr>Helvetica LT Std</vt:lpstr>
      <vt:lpstr>Office Theme</vt:lpstr>
      <vt:lpstr>PowerPoint Presentation</vt:lpstr>
      <vt:lpstr>Sumário</vt:lpstr>
      <vt:lpstr>Introdução</vt:lpstr>
      <vt:lpstr>Dependência</vt:lpstr>
      <vt:lpstr>Geração de APP’s</vt:lpstr>
      <vt:lpstr>Geração de APP’s</vt:lpstr>
      <vt:lpstr>Versionamento</vt:lpstr>
      <vt:lpstr>Referências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Gustavo Stahl Müller</cp:lastModifiedBy>
  <cp:revision>147</cp:revision>
  <dcterms:created xsi:type="dcterms:W3CDTF">2019-04-07T19:13:44Z</dcterms:created>
  <dcterms:modified xsi:type="dcterms:W3CDTF">2021-06-24T21:45:46Z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