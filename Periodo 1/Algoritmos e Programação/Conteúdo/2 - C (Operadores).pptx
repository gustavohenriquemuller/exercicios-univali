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60" r:id="rId1"/>
  </p:sldMasterIdLst>
  <p:notesMasterIdLst>
    <p:notesMasterId r:id="rId21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504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8359"/>
    <a:srgbClr val="FFFF99"/>
    <a:srgbClr val="242424"/>
    <a:srgbClr val="9CCCE4"/>
    <a:srgbClr val="99CC00"/>
    <a:srgbClr val="CCFF33"/>
    <a:srgbClr val="1F1F1F"/>
    <a:srgbClr val="161616"/>
    <a:srgbClr val="151515"/>
    <a:srgbClr val="645C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503" autoAdjust="0"/>
  </p:normalViewPr>
  <p:slideViewPr>
    <p:cSldViewPr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584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Luciano Roesler Rese" userId="1bb33b6d150db90b" providerId="LiveId" clId="{6DF6F3E0-DD4F-44BC-9188-6513FC5D3B0A}"/>
  </pc:docChgLst>
  <pc:docChgLst>
    <pc:chgData userId="1bb33b6d150db90b" providerId="LiveId" clId="{F9B35A3E-3BBF-42D5-8D98-ACFDA8B42226}"/>
  </pc:docChgLst>
  <pc:docChgLst>
    <pc:chgData name="Alex Luciano Roesler Rese" userId="1bb33b6d150db90b" providerId="LiveId" clId="{5110DA3C-99ED-4B0D-B432-307948D65573}"/>
    <pc:docChg chg="undo custSel addSld delSld modSld sldOrd">
      <pc:chgData name="Alex Luciano Roesler Rese" userId="1bb33b6d150db90b" providerId="LiveId" clId="{5110DA3C-99ED-4B0D-B432-307948D65573}" dt="2018-09-13T02:38:18.653" v="137"/>
      <pc:docMkLst>
        <pc:docMk/>
      </pc:docMkLst>
    </pc:docChg>
  </pc:docChgLst>
  <pc:docChgLst>
    <pc:chgData name="Alex Luciano Roesler Rese" userId="1bb33b6d150db90b" providerId="LiveId" clId="{B12B8455-FB12-489D-BE54-0C0BEE2FFA11}"/>
    <pc:docChg chg="undo redo custSel addSld delSld modSld sldOrd">
      <pc:chgData name="Alex Luciano Roesler Rese" userId="1bb33b6d150db90b" providerId="LiveId" clId="{B12B8455-FB12-489D-BE54-0C0BEE2FFA11}" dt="2018-12-10T15:12:19.881" v="1118" actId="20577"/>
      <pc:docMkLst>
        <pc:docMk/>
      </pc:docMkLst>
      <pc:sldChg chg="modSp">
        <pc:chgData name="Alex Luciano Roesler Rese" userId="1bb33b6d150db90b" providerId="LiveId" clId="{B12B8455-FB12-489D-BE54-0C0BEE2FFA11}" dt="2018-12-10T15:10:12.043" v="1086" actId="20577"/>
        <pc:sldMkLst>
          <pc:docMk/>
          <pc:sldMk cId="3218115137" sldId="256"/>
        </pc:sldMkLst>
        <pc:spChg chg="mod">
          <ac:chgData name="Alex Luciano Roesler Rese" userId="1bb33b6d150db90b" providerId="LiveId" clId="{B12B8455-FB12-489D-BE54-0C0BEE2FFA11}" dt="2018-12-10T15:10:12.043" v="1086" actId="20577"/>
          <ac:spMkLst>
            <pc:docMk/>
            <pc:sldMk cId="3218115137" sldId="256"/>
            <ac:spMk id="3" creationId="{00000000-0000-0000-0000-000000000000}"/>
          </ac:spMkLst>
        </pc:spChg>
      </pc:sldChg>
      <pc:sldChg chg="modSp">
        <pc:chgData name="Alex Luciano Roesler Rese" userId="1bb33b6d150db90b" providerId="LiveId" clId="{B12B8455-FB12-489D-BE54-0C0BEE2FFA11}" dt="2018-12-10T15:11:55.596" v="1112" actId="20577"/>
        <pc:sldMkLst>
          <pc:docMk/>
          <pc:sldMk cId="954850637" sldId="377"/>
        </pc:sldMkLst>
        <pc:spChg chg="mod">
          <ac:chgData name="Alex Luciano Roesler Rese" userId="1bb33b6d150db90b" providerId="LiveId" clId="{B12B8455-FB12-489D-BE54-0C0BEE2FFA11}" dt="2018-12-10T15:11:55.596" v="1112" actId="20577"/>
          <ac:spMkLst>
            <pc:docMk/>
            <pc:sldMk cId="954850637" sldId="377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1:57:02.391" v="106" actId="20577"/>
          <ac:spMkLst>
            <pc:docMk/>
            <pc:sldMk cId="954850637" sldId="377"/>
            <ac:spMk id="10" creationId="{00000000-0000-0000-0000-000000000000}"/>
          </ac:spMkLst>
        </pc:spChg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3220328467" sldId="384"/>
        </pc:sldMkLst>
      </pc:sldChg>
      <pc:sldChg chg="modSp add del">
        <pc:chgData name="Alex Luciano Roesler Rese" userId="1bb33b6d150db90b" providerId="LiveId" clId="{B12B8455-FB12-489D-BE54-0C0BEE2FFA11}" dt="2018-12-10T15:03:50.280" v="939" actId="2696"/>
        <pc:sldMkLst>
          <pc:docMk/>
          <pc:sldMk cId="2384458266" sldId="466"/>
        </pc:sldMkLst>
        <pc:spChg chg="mod">
          <ac:chgData name="Alex Luciano Roesler Rese" userId="1bb33b6d150db90b" providerId="LiveId" clId="{B12B8455-FB12-489D-BE54-0C0BEE2FFA11}" dt="2018-12-10T12:18:24.557" v="325" actId="20577"/>
          <ac:spMkLst>
            <pc:docMk/>
            <pc:sldMk cId="2384458266" sldId="466"/>
            <ac:spMk id="10" creationId="{00000000-0000-0000-0000-000000000000}"/>
          </ac:spMkLst>
        </pc:spChg>
      </pc:sldChg>
      <pc:sldChg chg="modSp">
        <pc:chgData name="Alex Luciano Roesler Rese" userId="1bb33b6d150db90b" providerId="LiveId" clId="{B12B8455-FB12-489D-BE54-0C0BEE2FFA11}" dt="2018-12-10T15:12:04.417" v="1113" actId="20577"/>
        <pc:sldMkLst>
          <pc:docMk/>
          <pc:sldMk cId="601051517" sldId="467"/>
        </pc:sldMkLst>
        <pc:spChg chg="mod">
          <ac:chgData name="Alex Luciano Roesler Rese" userId="1bb33b6d150db90b" providerId="LiveId" clId="{B12B8455-FB12-489D-BE54-0C0BEE2FFA11}" dt="2018-12-10T15:12:04.417" v="1113" actId="20577"/>
          <ac:spMkLst>
            <pc:docMk/>
            <pc:sldMk cId="601051517" sldId="467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2:20:30.631" v="333" actId="20577"/>
          <ac:spMkLst>
            <pc:docMk/>
            <pc:sldMk cId="601051517" sldId="467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7:13.329" v="7" actId="2696"/>
        <pc:sldMkLst>
          <pc:docMk/>
          <pc:sldMk cId="2012669873" sldId="468"/>
        </pc:sldMkLst>
      </pc:sldChg>
      <pc:sldChg chg="del">
        <pc:chgData name="Alex Luciano Roesler Rese" userId="1bb33b6d150db90b" providerId="LiveId" clId="{B12B8455-FB12-489D-BE54-0C0BEE2FFA11}" dt="2018-12-10T11:56:18.746" v="82" actId="2696"/>
        <pc:sldMkLst>
          <pc:docMk/>
          <pc:sldMk cId="2444174353" sldId="469"/>
        </pc:sldMkLst>
      </pc:sldChg>
      <pc:sldChg chg="modSp">
        <pc:chgData name="Alex Luciano Roesler Rese" userId="1bb33b6d150db90b" providerId="LiveId" clId="{B12B8455-FB12-489D-BE54-0C0BEE2FFA11}" dt="2018-12-10T15:12:08.737" v="1114" actId="20577"/>
        <pc:sldMkLst>
          <pc:docMk/>
          <pc:sldMk cId="2049036579" sldId="470"/>
        </pc:sldMkLst>
        <pc:spChg chg="mod">
          <ac:chgData name="Alex Luciano Roesler Rese" userId="1bb33b6d150db90b" providerId="LiveId" clId="{B12B8455-FB12-489D-BE54-0C0BEE2FFA11}" dt="2018-12-10T15:12:08.737" v="1114" actId="20577"/>
          <ac:spMkLst>
            <pc:docMk/>
            <pc:sldMk cId="2049036579" sldId="470"/>
            <ac:spMk id="2" creationId="{00000000-0000-0000-0000-000000000000}"/>
          </ac:spMkLst>
        </pc:spChg>
      </pc:sldChg>
      <pc:sldChg chg="modSp add del">
        <pc:chgData name="Alex Luciano Roesler Rese" userId="1bb33b6d150db90b" providerId="LiveId" clId="{B12B8455-FB12-489D-BE54-0C0BEE2FFA11}" dt="2018-12-10T12:33:59.664" v="334" actId="2696"/>
        <pc:sldMkLst>
          <pc:docMk/>
          <pc:sldMk cId="740630829" sldId="471"/>
        </pc:sldMkLst>
        <pc:spChg chg="mod">
          <ac:chgData name="Alex Luciano Roesler Rese" userId="1bb33b6d150db90b" providerId="LiveId" clId="{B12B8455-FB12-489D-BE54-0C0BEE2FFA11}" dt="2018-12-10T11:56:36.585" v="87" actId="2696"/>
          <ac:spMkLst>
            <pc:docMk/>
            <pc:sldMk cId="740630829" sldId="471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7:37.903" v="8" actId="2696"/>
        <pc:sldMkLst>
          <pc:docMk/>
          <pc:sldMk cId="1294230079" sldId="471"/>
        </pc:sldMkLst>
      </pc:sldChg>
      <pc:sldChg chg="modSp add ord">
        <pc:chgData name="Alex Luciano Roesler Rese" userId="1bb33b6d150db90b" providerId="LiveId" clId="{B12B8455-FB12-489D-BE54-0C0BEE2FFA11}" dt="2018-12-10T12:00:05.943" v="232" actId="20577"/>
        <pc:sldMkLst>
          <pc:docMk/>
          <pc:sldMk cId="3555348269" sldId="472"/>
        </pc:sldMkLst>
        <pc:spChg chg="mod">
          <ac:chgData name="Alex Luciano Roesler Rese" userId="1bb33b6d150db90b" providerId="LiveId" clId="{B12B8455-FB12-489D-BE54-0C0BEE2FFA11}" dt="2018-12-10T11:57:52.949" v="126" actId="20577"/>
          <ac:spMkLst>
            <pc:docMk/>
            <pc:sldMk cId="3555348269" sldId="472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2:00:02.382" v="231" actId="20577"/>
          <ac:spMkLst>
            <pc:docMk/>
            <pc:sldMk cId="3555348269" sldId="472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8:49.208" v="38" actId="2696"/>
        <pc:sldMkLst>
          <pc:docMk/>
          <pc:sldMk cId="4150582811" sldId="472"/>
        </pc:sldMkLst>
      </pc:sldChg>
      <pc:sldChg chg="add del">
        <pc:chgData name="Alex Luciano Roesler Rese" userId="1bb33b6d150db90b" providerId="LiveId" clId="{B12B8455-FB12-489D-BE54-0C0BEE2FFA11}" dt="2018-12-10T11:56:54.897" v="102" actId="20577"/>
        <pc:sldMkLst>
          <pc:docMk/>
          <pc:sldMk cId="1231562481" sldId="473"/>
        </pc:sldMkLst>
      </pc:sldChg>
      <pc:sldChg chg="addSp modSp add">
        <pc:chgData name="Alex Luciano Roesler Rese" userId="1bb33b6d150db90b" providerId="LiveId" clId="{B12B8455-FB12-489D-BE54-0C0BEE2FFA11}" dt="2018-12-10T12:47:27.359" v="465" actId="115"/>
        <pc:sldMkLst>
          <pc:docMk/>
          <pc:sldMk cId="1285667598" sldId="473"/>
        </pc:sldMkLst>
        <pc:spChg chg="mod">
          <ac:chgData name="Alex Luciano Roesler Rese" userId="1bb33b6d150db90b" providerId="LiveId" clId="{B12B8455-FB12-489D-BE54-0C0BEE2FFA11}" dt="2018-12-10T12:13:48.986" v="257" actId="20577"/>
          <ac:spMkLst>
            <pc:docMk/>
            <pc:sldMk cId="1285667598" sldId="473"/>
            <ac:spMk id="2" creationId="{00000000-0000-0000-0000-000000000000}"/>
          </ac:spMkLst>
        </pc:spChg>
        <pc:spChg chg="add mod">
          <ac:chgData name="Alex Luciano Roesler Rese" userId="1bb33b6d150db90b" providerId="LiveId" clId="{B12B8455-FB12-489D-BE54-0C0BEE2FFA11}" dt="2018-12-10T12:47:27.359" v="465" actId="115"/>
          <ac:spMkLst>
            <pc:docMk/>
            <pc:sldMk cId="1285667598" sldId="473"/>
            <ac:spMk id="9" creationId="{D3EBC79A-D115-4A81-BA76-9EA234E78F7E}"/>
          </ac:spMkLst>
        </pc:spChg>
        <pc:spChg chg="mod">
          <ac:chgData name="Alex Luciano Roesler Rese" userId="1bb33b6d150db90b" providerId="LiveId" clId="{B12B8455-FB12-489D-BE54-0C0BEE2FFA11}" dt="2018-12-10T12:13:39.631" v="245" actId="20577"/>
          <ac:spMkLst>
            <pc:docMk/>
            <pc:sldMk cId="1285667598" sldId="473"/>
            <ac:spMk id="10" creationId="{00000000-0000-0000-0000-000000000000}"/>
          </ac:spMkLst>
        </pc:spChg>
      </pc:sldChg>
      <pc:sldChg chg="del">
        <pc:chgData name="Alex Luciano Roesler Rese" userId="1bb33b6d150db90b" providerId="LiveId" clId="{B12B8455-FB12-489D-BE54-0C0BEE2FFA11}" dt="2018-12-10T10:58:49.865" v="39" actId="2696"/>
        <pc:sldMkLst>
          <pc:docMk/>
          <pc:sldMk cId="3164557332" sldId="473"/>
        </pc:sldMkLst>
      </pc:sldChg>
      <pc:sldChg chg="del">
        <pc:chgData name="Alex Luciano Roesler Rese" userId="1bb33b6d150db90b" providerId="LiveId" clId="{B12B8455-FB12-489D-BE54-0C0BEE2FFA11}" dt="2018-12-10T10:57:56.515" v="9" actId="2696"/>
        <pc:sldMkLst>
          <pc:docMk/>
          <pc:sldMk cId="2502347641" sldId="474"/>
        </pc:sldMkLst>
      </pc:sldChg>
      <pc:sldChg chg="addSp delSp modSp add ord">
        <pc:chgData name="Alex Luciano Roesler Rese" userId="1bb33b6d150db90b" providerId="LiveId" clId="{B12B8455-FB12-489D-BE54-0C0BEE2FFA11}" dt="2018-12-10T15:10:35.423" v="1099" actId="20577"/>
        <pc:sldMkLst>
          <pc:docMk/>
          <pc:sldMk cId="4265120270" sldId="474"/>
        </pc:sldMkLst>
        <pc:spChg chg="mod">
          <ac:chgData name="Alex Luciano Roesler Rese" userId="1bb33b6d150db90b" providerId="LiveId" clId="{B12B8455-FB12-489D-BE54-0C0BEE2FFA11}" dt="2018-12-10T15:10:35.423" v="1099" actId="20577"/>
          <ac:spMkLst>
            <pc:docMk/>
            <pc:sldMk cId="4265120270" sldId="474"/>
            <ac:spMk id="2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5:08:00.334" v="1060" actId="20577"/>
          <ac:spMkLst>
            <pc:docMk/>
            <pc:sldMk cId="4265120270" sldId="474"/>
            <ac:spMk id="10" creationId="{00000000-0000-0000-0000-000000000000}"/>
          </ac:spMkLst>
        </pc:spChg>
        <pc:graphicFrameChg chg="add del">
          <ac:chgData name="Alex Luciano Roesler Rese" userId="1bb33b6d150db90b" providerId="LiveId" clId="{B12B8455-FB12-489D-BE54-0C0BEE2FFA11}" dt="2018-12-10T15:01:40.295" v="764" actId="20577"/>
          <ac:graphicFrameMkLst>
            <pc:docMk/>
            <pc:sldMk cId="4265120270" sldId="474"/>
            <ac:graphicFrameMk id="3" creationId="{CE2D2345-6DBC-4526-B099-958448EDF95F}"/>
          </ac:graphicFrameMkLst>
        </pc:graphicFrameChg>
        <pc:graphicFrameChg chg="add del">
          <ac:chgData name="Alex Luciano Roesler Rese" userId="1bb33b6d150db90b" providerId="LiveId" clId="{B12B8455-FB12-489D-BE54-0C0BEE2FFA11}" dt="2018-12-10T15:04:34.554" v="943" actId="20577"/>
          <ac:graphicFrameMkLst>
            <pc:docMk/>
            <pc:sldMk cId="4265120270" sldId="474"/>
            <ac:graphicFrameMk id="7" creationId="{49FD07D5-FF40-4C1B-A138-7E01680CE885}"/>
          </ac:graphicFrameMkLst>
        </pc:graphicFrameChg>
        <pc:cxnChg chg="mod">
          <ac:chgData name="Alex Luciano Roesler Rese" userId="1bb33b6d150db90b" providerId="LiveId" clId="{B12B8455-FB12-489D-BE54-0C0BEE2FFA11}" dt="2018-12-10T15:01:59.126" v="769" actId="1036"/>
          <ac:cxnSpMkLst>
            <pc:docMk/>
            <pc:sldMk cId="4265120270" sldId="474"/>
            <ac:cxnSpMk id="5" creationId="{00000000-0000-0000-0000-000000000000}"/>
          </ac:cxnSpMkLst>
        </pc:cxnChg>
      </pc:sldChg>
      <pc:sldChg chg="del">
        <pc:chgData name="Alex Luciano Roesler Rese" userId="1bb33b6d150db90b" providerId="LiveId" clId="{B12B8455-FB12-489D-BE54-0C0BEE2FFA11}" dt="2018-12-10T10:57:57.323" v="10" actId="2696"/>
        <pc:sldMkLst>
          <pc:docMk/>
          <pc:sldMk cId="1752540348" sldId="475"/>
        </pc:sldMkLst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2959310369" sldId="475"/>
        </pc:sldMkLst>
      </pc:sldChg>
      <pc:sldChg chg="add">
        <pc:chgData name="Alex Luciano Roesler Rese" userId="1bb33b6d150db90b" providerId="LiveId" clId="{B12B8455-FB12-489D-BE54-0C0BEE2FFA11}" dt="2018-12-10T13:32:28.303" v="467" actId="20577"/>
        <pc:sldMkLst>
          <pc:docMk/>
          <pc:sldMk cId="2627188555" sldId="476"/>
        </pc:sldMkLst>
      </pc:sldChg>
      <pc:sldChg chg="del">
        <pc:chgData name="Alex Luciano Roesler Rese" userId="1bb33b6d150db90b" providerId="LiveId" clId="{B12B8455-FB12-489D-BE54-0C0BEE2FFA11}" dt="2018-12-10T10:57:58.321" v="11" actId="2696"/>
        <pc:sldMkLst>
          <pc:docMk/>
          <pc:sldMk cId="3275135351" sldId="476"/>
        </pc:sldMkLst>
      </pc:sldChg>
      <pc:sldChg chg="del">
        <pc:chgData name="Alex Luciano Roesler Rese" userId="1bb33b6d150db90b" providerId="LiveId" clId="{B12B8455-FB12-489D-BE54-0C0BEE2FFA11}" dt="2018-12-10T10:57:58.890" v="12" actId="2696"/>
        <pc:sldMkLst>
          <pc:docMk/>
          <pc:sldMk cId="1460720815" sldId="477"/>
        </pc:sldMkLst>
      </pc:sldChg>
      <pc:sldChg chg="add ord">
        <pc:chgData name="Alex Luciano Roesler Rese" userId="1bb33b6d150db90b" providerId="LiveId" clId="{B12B8455-FB12-489D-BE54-0C0BEE2FFA11}" dt="2018-12-10T13:32:47.595" v="470" actId="20577"/>
        <pc:sldMkLst>
          <pc:docMk/>
          <pc:sldMk cId="3221541166" sldId="477"/>
        </pc:sldMkLst>
      </pc:sldChg>
      <pc:sldChg chg="del">
        <pc:chgData name="Alex Luciano Roesler Rese" userId="1bb33b6d150db90b" providerId="LiveId" clId="{B12B8455-FB12-489D-BE54-0C0BEE2FFA11}" dt="2018-12-10T10:58:05.099" v="13" actId="2696"/>
        <pc:sldMkLst>
          <pc:docMk/>
          <pc:sldMk cId="192996912" sldId="478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4165508290" sldId="478"/>
        </pc:sldMkLst>
      </pc:sldChg>
      <pc:sldChg chg="del">
        <pc:chgData name="Alex Luciano Roesler Rese" userId="1bb33b6d150db90b" providerId="LiveId" clId="{B12B8455-FB12-489D-BE54-0C0BEE2FFA11}" dt="2018-12-10T10:58:06.616" v="14" actId="2696"/>
        <pc:sldMkLst>
          <pc:docMk/>
          <pc:sldMk cId="601416813" sldId="479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79496617" sldId="479"/>
        </pc:sldMkLst>
      </pc:sldChg>
      <pc:sldChg chg="del">
        <pc:chgData name="Alex Luciano Roesler Rese" userId="1bb33b6d150db90b" providerId="LiveId" clId="{B12B8455-FB12-489D-BE54-0C0BEE2FFA11}" dt="2018-12-10T10:58:18.098" v="15" actId="2696"/>
        <pc:sldMkLst>
          <pc:docMk/>
          <pc:sldMk cId="172323319" sldId="48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305628214" sldId="48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47488327" sldId="481"/>
        </pc:sldMkLst>
      </pc:sldChg>
      <pc:sldChg chg="del">
        <pc:chgData name="Alex Luciano Roesler Rese" userId="1bb33b6d150db90b" providerId="LiveId" clId="{B12B8455-FB12-489D-BE54-0C0BEE2FFA11}" dt="2018-12-10T10:58:19.951" v="16" actId="2696"/>
        <pc:sldMkLst>
          <pc:docMk/>
          <pc:sldMk cId="3199683894" sldId="481"/>
        </pc:sldMkLst>
      </pc:sldChg>
      <pc:sldChg chg="del">
        <pc:chgData name="Alex Luciano Roesler Rese" userId="1bb33b6d150db90b" providerId="LiveId" clId="{B12B8455-FB12-489D-BE54-0C0BEE2FFA11}" dt="2018-12-10T10:58:20.949" v="17" actId="2696"/>
        <pc:sldMkLst>
          <pc:docMk/>
          <pc:sldMk cId="658026775" sldId="482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413112582" sldId="482"/>
        </pc:sldMkLst>
      </pc:sldChg>
      <pc:sldChg chg="del">
        <pc:chgData name="Alex Luciano Roesler Rese" userId="1bb33b6d150db90b" providerId="LiveId" clId="{B12B8455-FB12-489D-BE54-0C0BEE2FFA11}" dt="2018-12-10T10:58:25.670" v="18" actId="2696"/>
        <pc:sldMkLst>
          <pc:docMk/>
          <pc:sldMk cId="180293900" sldId="483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4194047232" sldId="483"/>
        </pc:sldMkLst>
      </pc:sldChg>
      <pc:sldChg chg="del">
        <pc:chgData name="Alex Luciano Roesler Rese" userId="1bb33b6d150db90b" providerId="LiveId" clId="{B12B8455-FB12-489D-BE54-0C0BEE2FFA11}" dt="2018-12-10T10:58:26.155" v="19" actId="2696"/>
        <pc:sldMkLst>
          <pc:docMk/>
          <pc:sldMk cId="953099311" sldId="484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390732011" sldId="484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845136945" sldId="485"/>
        </pc:sldMkLst>
      </pc:sldChg>
      <pc:sldChg chg="del">
        <pc:chgData name="Alex Luciano Roesler Rese" userId="1bb33b6d150db90b" providerId="LiveId" clId="{B12B8455-FB12-489D-BE54-0C0BEE2FFA11}" dt="2018-12-10T10:58:26.696" v="20" actId="2696"/>
        <pc:sldMkLst>
          <pc:docMk/>
          <pc:sldMk cId="3692363374" sldId="485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768096179" sldId="486"/>
        </pc:sldMkLst>
      </pc:sldChg>
      <pc:sldChg chg="del">
        <pc:chgData name="Alex Luciano Roesler Rese" userId="1bb33b6d150db90b" providerId="LiveId" clId="{B12B8455-FB12-489D-BE54-0C0BEE2FFA11}" dt="2018-12-10T10:58:27.250" v="21" actId="2696"/>
        <pc:sldMkLst>
          <pc:docMk/>
          <pc:sldMk cId="2527958681" sldId="486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1384023659" sldId="487"/>
        </pc:sldMkLst>
      </pc:sldChg>
      <pc:sldChg chg="del">
        <pc:chgData name="Alex Luciano Roesler Rese" userId="1bb33b6d150db90b" providerId="LiveId" clId="{B12B8455-FB12-489D-BE54-0C0BEE2FFA11}" dt="2018-12-10T10:58:28.262" v="22" actId="2696"/>
        <pc:sldMkLst>
          <pc:docMk/>
          <pc:sldMk cId="3999326929" sldId="487"/>
        </pc:sldMkLst>
      </pc:sldChg>
      <pc:sldChg chg="del">
        <pc:chgData name="Alex Luciano Roesler Rese" userId="1bb33b6d150db90b" providerId="LiveId" clId="{B12B8455-FB12-489D-BE54-0C0BEE2FFA11}" dt="2018-12-10T10:58:31.870" v="23" actId="2696"/>
        <pc:sldMkLst>
          <pc:docMk/>
          <pc:sldMk cId="1987481494" sldId="488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22643369" sldId="488"/>
        </pc:sldMkLst>
      </pc:sldChg>
      <pc:sldChg chg="del">
        <pc:chgData name="Alex Luciano Roesler Rese" userId="1bb33b6d150db90b" providerId="LiveId" clId="{B12B8455-FB12-489D-BE54-0C0BEE2FFA11}" dt="2018-12-10T10:58:36.177" v="24" actId="2696"/>
        <pc:sldMkLst>
          <pc:docMk/>
          <pc:sldMk cId="1651990091" sldId="489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2646438057" sldId="489"/>
        </pc:sldMkLst>
      </pc:sldChg>
      <pc:sldChg chg="del">
        <pc:chgData name="Alex Luciano Roesler Rese" userId="1bb33b6d150db90b" providerId="LiveId" clId="{B12B8455-FB12-489D-BE54-0C0BEE2FFA11}" dt="2018-12-10T10:58:36.966" v="25" actId="2696"/>
        <pc:sldMkLst>
          <pc:docMk/>
          <pc:sldMk cId="578648277" sldId="490"/>
        </pc:sldMkLst>
      </pc:sldChg>
      <pc:sldChg chg="add">
        <pc:chgData name="Alex Luciano Roesler Rese" userId="1bb33b6d150db90b" providerId="LiveId" clId="{B12B8455-FB12-489D-BE54-0C0BEE2FFA11}" dt="2018-12-10T13:33:21.271" v="471" actId="20577"/>
        <pc:sldMkLst>
          <pc:docMk/>
          <pc:sldMk cId="3118492245" sldId="490"/>
        </pc:sldMkLst>
      </pc:sldChg>
      <pc:sldChg chg="add del">
        <pc:chgData name="Alex Luciano Roesler Rese" userId="1bb33b6d150db90b" providerId="LiveId" clId="{B12B8455-FB12-489D-BE54-0C0BEE2FFA11}" dt="2018-12-10T13:52:28.417" v="472" actId="2696"/>
        <pc:sldMkLst>
          <pc:docMk/>
          <pc:sldMk cId="2721161314" sldId="491"/>
        </pc:sldMkLst>
      </pc:sldChg>
      <pc:sldChg chg="add">
        <pc:chgData name="Alex Luciano Roesler Rese" userId="1bb33b6d150db90b" providerId="LiveId" clId="{B12B8455-FB12-489D-BE54-0C0BEE2FFA11}" dt="2018-12-10T13:54:05.251" v="473" actId="20577"/>
        <pc:sldMkLst>
          <pc:docMk/>
          <pc:sldMk cId="3502869783" sldId="491"/>
        </pc:sldMkLst>
      </pc:sldChg>
      <pc:sldChg chg="del">
        <pc:chgData name="Alex Luciano Roesler Rese" userId="1bb33b6d150db90b" providerId="LiveId" clId="{B12B8455-FB12-489D-BE54-0C0BEE2FFA11}" dt="2018-12-10T10:58:37.597" v="26" actId="2696"/>
        <pc:sldMkLst>
          <pc:docMk/>
          <pc:sldMk cId="3740664446" sldId="491"/>
        </pc:sldMkLst>
      </pc:sldChg>
      <pc:sldChg chg="del">
        <pc:chgData name="Alex Luciano Roesler Rese" userId="1bb33b6d150db90b" providerId="LiveId" clId="{B12B8455-FB12-489D-BE54-0C0BEE2FFA11}" dt="2018-12-10T10:58:38.051" v="27" actId="2696"/>
        <pc:sldMkLst>
          <pc:docMk/>
          <pc:sldMk cId="154452249" sldId="492"/>
        </pc:sldMkLst>
      </pc:sldChg>
      <pc:sldChg chg="modSp add del">
        <pc:chgData name="Alex Luciano Roesler Rese" userId="1bb33b6d150db90b" providerId="LiveId" clId="{B12B8455-FB12-489D-BE54-0C0BEE2FFA11}" dt="2018-12-10T14:04:17.817" v="572" actId="2696"/>
        <pc:sldMkLst>
          <pc:docMk/>
          <pc:sldMk cId="1123111431" sldId="492"/>
        </pc:sldMkLst>
        <pc:spChg chg="mod">
          <ac:chgData name="Alex Luciano Roesler Rese" userId="1bb33b6d150db90b" providerId="LiveId" clId="{B12B8455-FB12-489D-BE54-0C0BEE2FFA11}" dt="2018-12-10T14:02:05.902" v="511" actId="255"/>
          <ac:spMkLst>
            <pc:docMk/>
            <pc:sldMk cId="1123111431" sldId="492"/>
            <ac:spMk id="10" creationId="{00000000-0000-0000-0000-000000000000}"/>
          </ac:spMkLst>
        </pc:spChg>
      </pc:sldChg>
      <pc:sldChg chg="addSp modSp add">
        <pc:chgData name="Alex Luciano Roesler Rese" userId="1bb33b6d150db90b" providerId="LiveId" clId="{B12B8455-FB12-489D-BE54-0C0BEE2FFA11}" dt="2018-12-10T15:12:19.881" v="1118" actId="20577"/>
        <pc:sldMkLst>
          <pc:docMk/>
          <pc:sldMk cId="3456107930" sldId="493"/>
        </pc:sldMkLst>
        <pc:spChg chg="mod">
          <ac:chgData name="Alex Luciano Roesler Rese" userId="1bb33b6d150db90b" providerId="LiveId" clId="{B12B8455-FB12-489D-BE54-0C0BEE2FFA11}" dt="2018-12-10T15:12:19.881" v="1118" actId="20577"/>
          <ac:spMkLst>
            <pc:docMk/>
            <pc:sldMk cId="3456107930" sldId="493"/>
            <ac:spMk id="2" creationId="{00000000-0000-0000-0000-000000000000}"/>
          </ac:spMkLst>
        </pc:spChg>
        <pc:spChg chg="add mod">
          <ac:chgData name="Alex Luciano Roesler Rese" userId="1bb33b6d150db90b" providerId="LiveId" clId="{B12B8455-FB12-489D-BE54-0C0BEE2FFA11}" dt="2018-12-10T14:04:03.693" v="571" actId="207"/>
          <ac:spMkLst>
            <pc:docMk/>
            <pc:sldMk cId="3456107930" sldId="493"/>
            <ac:spMk id="3" creationId="{DAF45F9C-8699-4D47-B839-C8994114018A}"/>
          </ac:spMkLst>
        </pc:spChg>
        <pc:spChg chg="mod">
          <ac:chgData name="Alex Luciano Roesler Rese" userId="1bb33b6d150db90b" providerId="LiveId" clId="{B12B8455-FB12-489D-BE54-0C0BEE2FFA11}" dt="2018-12-10T14:02:46.972" v="547" actId="20577"/>
          <ac:spMkLst>
            <pc:docMk/>
            <pc:sldMk cId="3456107930" sldId="493"/>
            <ac:spMk id="10" creationId="{00000000-0000-0000-0000-000000000000}"/>
          </ac:spMkLst>
        </pc:spChg>
      </pc:sldChg>
      <pc:sldChg chg="addSp delSp modSp add">
        <pc:chgData name="Alex Luciano Roesler Rese" userId="1bb33b6d150db90b" providerId="LiveId" clId="{B12B8455-FB12-489D-BE54-0C0BEE2FFA11}" dt="2018-12-10T14:16:53.834" v="754" actId="692"/>
        <pc:sldMkLst>
          <pc:docMk/>
          <pc:sldMk cId="116145744" sldId="494"/>
        </pc:sldMkLst>
        <pc:spChg chg="add mod">
          <ac:chgData name="Alex Luciano Roesler Rese" userId="1bb33b6d150db90b" providerId="LiveId" clId="{B12B8455-FB12-489D-BE54-0C0BEE2FFA11}" dt="2018-12-10T14:09:51.127" v="662" actId="1037"/>
          <ac:spMkLst>
            <pc:docMk/>
            <pc:sldMk cId="116145744" sldId="494"/>
            <ac:spMk id="7" creationId="{6EEE9DE4-C71D-4CD7-BC9A-42A672732940}"/>
          </ac:spMkLst>
        </pc:spChg>
        <pc:spChg chg="add del mod">
          <ac:chgData name="Alex Luciano Roesler Rese" userId="1bb33b6d150db90b" providerId="LiveId" clId="{B12B8455-FB12-489D-BE54-0C0BEE2FFA11}" dt="2018-12-10T14:06:58.437" v="617" actId="11529"/>
          <ac:spMkLst>
            <pc:docMk/>
            <pc:sldMk cId="116145744" sldId="494"/>
            <ac:spMk id="8" creationId="{D225811C-2338-495E-B8E4-5F4510010C03}"/>
          </ac:spMkLst>
        </pc:spChg>
        <pc:spChg chg="add del mod">
          <ac:chgData name="Alex Luciano Roesler Rese" userId="1bb33b6d150db90b" providerId="LiveId" clId="{B12B8455-FB12-489D-BE54-0C0BEE2FFA11}" dt="2018-12-10T14:07:21.610" v="621" actId="11529"/>
          <ac:spMkLst>
            <pc:docMk/>
            <pc:sldMk cId="116145744" sldId="494"/>
            <ac:spMk id="9" creationId="{545CFE22-8331-4A8C-AEB2-ED18CC7A99F6}"/>
          </ac:spMkLst>
        </pc:spChg>
        <pc:spChg chg="mod">
          <ac:chgData name="Alex Luciano Roesler Rese" userId="1bb33b6d150db90b" providerId="LiveId" clId="{B12B8455-FB12-489D-BE54-0C0BEE2FFA11}" dt="2018-12-10T14:09:25.438" v="644" actId="12"/>
          <ac:spMkLst>
            <pc:docMk/>
            <pc:sldMk cId="116145744" sldId="494"/>
            <ac:spMk id="10" creationId="{00000000-0000-0000-0000-000000000000}"/>
          </ac:spMkLst>
        </pc:spChg>
        <pc:spChg chg="add del mod">
          <ac:chgData name="Alex Luciano Roesler Rese" userId="1bb33b6d150db90b" providerId="LiveId" clId="{B12B8455-FB12-489D-BE54-0C0BEE2FFA11}" dt="2018-12-10T14:07:32.554" v="623" actId="11529"/>
          <ac:spMkLst>
            <pc:docMk/>
            <pc:sldMk cId="116145744" sldId="494"/>
            <ac:spMk id="11" creationId="{99330FC9-7589-40DE-9591-D3DCBC5ACBF8}"/>
          </ac:spMkLst>
        </pc:spChg>
        <pc:spChg chg="add del mod">
          <ac:chgData name="Alex Luciano Roesler Rese" userId="1bb33b6d150db90b" providerId="LiveId" clId="{B12B8455-FB12-489D-BE54-0C0BEE2FFA11}" dt="2018-12-10T14:16:35.042" v="747" actId="478"/>
          <ac:spMkLst>
            <pc:docMk/>
            <pc:sldMk cId="116145744" sldId="494"/>
            <ac:spMk id="14" creationId="{0D04A291-2DAC-4241-8710-4F2AE72645F0}"/>
          </ac:spMkLst>
        </pc:spChg>
        <pc:spChg chg="add del mod">
          <ac:chgData name="Alex Luciano Roesler Rese" userId="1bb33b6d150db90b" providerId="LiveId" clId="{B12B8455-FB12-489D-BE54-0C0BEE2FFA11}" dt="2018-12-10T14:09:22.323" v="643" actId="692"/>
          <ac:spMkLst>
            <pc:docMk/>
            <pc:sldMk cId="116145744" sldId="494"/>
            <ac:spMk id="15" creationId="{707527F7-4F4D-4A96-9CBD-31F63AF4C7F9}"/>
          </ac:spMkLst>
        </pc:spChg>
        <pc:spChg chg="add mod">
          <ac:chgData name="Alex Luciano Roesler Rese" userId="1bb33b6d150db90b" providerId="LiveId" clId="{B12B8455-FB12-489D-BE54-0C0BEE2FFA11}" dt="2018-12-10T14:09:43.381" v="656" actId="1035"/>
          <ac:spMkLst>
            <pc:docMk/>
            <pc:sldMk cId="116145744" sldId="494"/>
            <ac:spMk id="16" creationId="{5F25AFA7-B0B9-4A9B-BA9F-9BDC56A2E486}"/>
          </ac:spMkLst>
        </pc:spChg>
        <pc:spChg chg="add del mod">
          <ac:chgData name="Alex Luciano Roesler Rese" userId="1bb33b6d150db90b" providerId="LiveId" clId="{B12B8455-FB12-489D-BE54-0C0BEE2FFA11}" dt="2018-12-10T14:16:53.834" v="754" actId="692"/>
          <ac:spMkLst>
            <pc:docMk/>
            <pc:sldMk cId="116145744" sldId="494"/>
            <ac:spMk id="19" creationId="{3A137614-4375-4D96-BB83-577530693EC2}"/>
          </ac:spMkLst>
        </pc:spChg>
        <pc:spChg chg="add mod">
          <ac:chgData name="Alex Luciano Roesler Rese" userId="1bb33b6d150db90b" providerId="LiveId" clId="{B12B8455-FB12-489D-BE54-0C0BEE2FFA11}" dt="2018-12-10T14:16:40.849" v="749" actId="1036"/>
          <ac:spMkLst>
            <pc:docMk/>
            <pc:sldMk cId="116145744" sldId="494"/>
            <ac:spMk id="20" creationId="{CD4C1B41-B9A1-4229-BB58-2A6513C19C0A}"/>
          </ac:spMkLst>
        </pc:spChg>
        <pc:spChg chg="add del">
          <ac:chgData name="Alex Luciano Roesler Rese" userId="1bb33b6d150db90b" providerId="LiveId" clId="{B12B8455-FB12-489D-BE54-0C0BEE2FFA11}" dt="2018-12-10T14:16:46.375" v="752" actId="692"/>
          <ac:spMkLst>
            <pc:docMk/>
            <pc:sldMk cId="116145744" sldId="494"/>
            <ac:spMk id="21" creationId="{F6BF785D-7E58-44BE-903E-B48670255B2A}"/>
          </ac:spMkLst>
        </pc:spChg>
        <pc:cxnChg chg="add del mod">
          <ac:chgData name="Alex Luciano Roesler Rese" userId="1bb33b6d150db90b" providerId="LiveId" clId="{B12B8455-FB12-489D-BE54-0C0BEE2FFA11}" dt="2018-12-10T14:10:53.088" v="673" actId="478"/>
          <ac:cxnSpMkLst>
            <pc:docMk/>
            <pc:sldMk cId="116145744" sldId="494"/>
            <ac:cxnSpMk id="18" creationId="{0F48C8D2-FBDA-418D-A49D-B5C64B51E366}"/>
          </ac:cxnSpMkLst>
        </pc:cxnChg>
      </pc:sldChg>
      <pc:sldChg chg="del">
        <pc:chgData name="Alex Luciano Roesler Rese" userId="1bb33b6d150db90b" providerId="LiveId" clId="{B12B8455-FB12-489D-BE54-0C0BEE2FFA11}" dt="2018-12-10T10:58:39.553" v="28" actId="2696"/>
        <pc:sldMkLst>
          <pc:docMk/>
          <pc:sldMk cId="4149757821" sldId="494"/>
        </pc:sldMkLst>
      </pc:sldChg>
      <pc:sldChg chg="addSp delSp modSp add">
        <pc:chgData name="Alex Luciano Roesler Rese" userId="1bb33b6d150db90b" providerId="LiveId" clId="{B12B8455-FB12-489D-BE54-0C0BEE2FFA11}" dt="2018-12-10T14:16:28.747" v="746" actId="1036"/>
        <pc:sldMkLst>
          <pc:docMk/>
          <pc:sldMk cId="520830775" sldId="495"/>
        </pc:sldMkLst>
        <pc:spChg chg="mod">
          <ac:chgData name="Alex Luciano Roesler Rese" userId="1bb33b6d150db90b" providerId="LiveId" clId="{B12B8455-FB12-489D-BE54-0C0BEE2FFA11}" dt="2018-12-10T14:11:53.107" v="690" actId="20577"/>
          <ac:spMkLst>
            <pc:docMk/>
            <pc:sldMk cId="520830775" sldId="495"/>
            <ac:spMk id="10" creationId="{00000000-0000-0000-0000-000000000000}"/>
          </ac:spMkLst>
        </pc:spChg>
        <pc:spChg chg="del">
          <ac:chgData name="Alex Luciano Roesler Rese" userId="1bb33b6d150db90b" providerId="LiveId" clId="{B12B8455-FB12-489D-BE54-0C0BEE2FFA11}" dt="2018-12-10T14:16:20.503" v="744" actId="478"/>
          <ac:spMkLst>
            <pc:docMk/>
            <pc:sldMk cId="520830775" sldId="495"/>
            <ac:spMk id="14" creationId="{0D04A291-2DAC-4241-8710-4F2AE72645F0}"/>
          </ac:spMkLst>
        </pc:spChg>
        <pc:spChg chg="add mod">
          <ac:chgData name="Alex Luciano Roesler Rese" userId="1bb33b6d150db90b" providerId="LiveId" clId="{B12B8455-FB12-489D-BE54-0C0BEE2FFA11}" dt="2018-12-10T14:16:28.747" v="746" actId="1036"/>
          <ac:spMkLst>
            <pc:docMk/>
            <pc:sldMk cId="520830775" sldId="495"/>
            <ac:spMk id="15" creationId="{8EDA118D-D087-4A84-B9AF-A1B651642EF0}"/>
          </ac:spMkLst>
        </pc:spChg>
      </pc:sldChg>
      <pc:sldChg chg="del">
        <pc:chgData name="Alex Luciano Roesler Rese" userId="1bb33b6d150db90b" providerId="LiveId" clId="{B12B8455-FB12-489D-BE54-0C0BEE2FFA11}" dt="2018-12-10T10:58:40.259" v="29" actId="2696"/>
        <pc:sldMkLst>
          <pc:docMk/>
          <pc:sldMk cId="1340615095" sldId="495"/>
        </pc:sldMkLst>
      </pc:sldChg>
      <pc:sldChg chg="modSp add">
        <pc:chgData name="Alex Luciano Roesler Rese" userId="1bb33b6d150db90b" providerId="LiveId" clId="{B12B8455-FB12-489D-BE54-0C0BEE2FFA11}" dt="2018-12-10T14:15:16.538" v="743" actId="1035"/>
        <pc:sldMkLst>
          <pc:docMk/>
          <pc:sldMk cId="790210796" sldId="496"/>
        </pc:sldMkLst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7" creationId="{6EEE9DE4-C71D-4CD7-BC9A-42A672732940}"/>
          </ac:spMkLst>
        </pc:spChg>
        <pc:spChg chg="mod">
          <ac:chgData name="Alex Luciano Roesler Rese" userId="1bb33b6d150db90b" providerId="LiveId" clId="{B12B8455-FB12-489D-BE54-0C0BEE2FFA11}" dt="2018-12-10T14:12:09.285" v="700" actId="20577"/>
          <ac:spMkLst>
            <pc:docMk/>
            <pc:sldMk cId="790210796" sldId="496"/>
            <ac:spMk id="10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14" creationId="{0D04A291-2DAC-4241-8710-4F2AE72645F0}"/>
          </ac:spMkLst>
        </pc:spChg>
        <pc:spChg chg="mod">
          <ac:chgData name="Alex Luciano Roesler Rese" userId="1bb33b6d150db90b" providerId="LiveId" clId="{B12B8455-FB12-489D-BE54-0C0BEE2FFA11}" dt="2018-12-10T14:15:16.538" v="743" actId="1035"/>
          <ac:spMkLst>
            <pc:docMk/>
            <pc:sldMk cId="790210796" sldId="496"/>
            <ac:spMk id="16" creationId="{5F25AFA7-B0B9-4A9B-BA9F-9BDC56A2E486}"/>
          </ac:spMkLst>
        </pc:spChg>
      </pc:sldChg>
      <pc:sldChg chg="add del">
        <pc:chgData name="Alex Luciano Roesler Rese" userId="1bb33b6d150db90b" providerId="LiveId" clId="{B12B8455-FB12-489D-BE54-0C0BEE2FFA11}" dt="2018-12-10T14:10:22.452" v="671" actId="2696"/>
        <pc:sldMkLst>
          <pc:docMk/>
          <pc:sldMk cId="1512470400" sldId="496"/>
        </pc:sldMkLst>
      </pc:sldChg>
      <pc:sldChg chg="del">
        <pc:chgData name="Alex Luciano Roesler Rese" userId="1bb33b6d150db90b" providerId="LiveId" clId="{B12B8455-FB12-489D-BE54-0C0BEE2FFA11}" dt="2018-12-10T10:58:42.188" v="30" actId="2696"/>
        <pc:sldMkLst>
          <pc:docMk/>
          <pc:sldMk cId="2412586166" sldId="496"/>
        </pc:sldMkLst>
      </pc:sldChg>
      <pc:sldChg chg="del">
        <pc:chgData name="Alex Luciano Roesler Rese" userId="1bb33b6d150db90b" providerId="LiveId" clId="{B12B8455-FB12-489D-BE54-0C0BEE2FFA11}" dt="2018-12-10T10:58:43.011" v="31" actId="2696"/>
        <pc:sldMkLst>
          <pc:docMk/>
          <pc:sldMk cId="443167424" sldId="497"/>
        </pc:sldMkLst>
      </pc:sldChg>
      <pc:sldChg chg="modSp add">
        <pc:chgData name="Alex Luciano Roesler Rese" userId="1bb33b6d150db90b" providerId="LiveId" clId="{B12B8455-FB12-489D-BE54-0C0BEE2FFA11}" dt="2018-12-10T14:14:28.866" v="741" actId="692"/>
        <pc:sldMkLst>
          <pc:docMk/>
          <pc:sldMk cId="2001115992" sldId="497"/>
        </pc:sldMkLst>
        <pc:spChg chg="mod">
          <ac:chgData name="Alex Luciano Roesler Rese" userId="1bb33b6d150db90b" providerId="LiveId" clId="{B12B8455-FB12-489D-BE54-0C0BEE2FFA11}" dt="2018-12-10T14:14:03.655" v="739" actId="1076"/>
          <ac:spMkLst>
            <pc:docMk/>
            <pc:sldMk cId="2001115992" sldId="497"/>
            <ac:spMk id="7" creationId="{6EEE9DE4-C71D-4CD7-BC9A-42A672732940}"/>
          </ac:spMkLst>
        </pc:spChg>
        <pc:spChg chg="mod">
          <ac:chgData name="Alex Luciano Roesler Rese" userId="1bb33b6d150db90b" providerId="LiveId" clId="{B12B8455-FB12-489D-BE54-0C0BEE2FFA11}" dt="2018-12-10T14:13:41.003" v="738" actId="20577"/>
          <ac:spMkLst>
            <pc:docMk/>
            <pc:sldMk cId="2001115992" sldId="497"/>
            <ac:spMk id="10" creationId="{00000000-0000-0000-0000-000000000000}"/>
          </ac:spMkLst>
        </pc:spChg>
        <pc:spChg chg="mod">
          <ac:chgData name="Alex Luciano Roesler Rese" userId="1bb33b6d150db90b" providerId="LiveId" clId="{B12B8455-FB12-489D-BE54-0C0BEE2FFA11}" dt="2018-12-10T14:14:28.866" v="741" actId="692"/>
          <ac:spMkLst>
            <pc:docMk/>
            <pc:sldMk cId="2001115992" sldId="497"/>
            <ac:spMk id="14" creationId="{0D04A291-2DAC-4241-8710-4F2AE72645F0}"/>
          </ac:spMkLst>
        </pc:spChg>
      </pc:sldChg>
      <pc:sldChg chg="add del">
        <pc:chgData name="Alex Luciano Roesler Rese" userId="1bb33b6d150db90b" providerId="LiveId" clId="{B12B8455-FB12-489D-BE54-0C0BEE2FFA11}" dt="2018-12-10T14:12:37.875" v="708" actId="20577"/>
        <pc:sldMkLst>
          <pc:docMk/>
          <pc:sldMk cId="2897596440" sldId="498"/>
        </pc:sldMkLst>
      </pc:sldChg>
      <pc:sldChg chg="del">
        <pc:chgData name="Alex Luciano Roesler Rese" userId="1bb33b6d150db90b" providerId="LiveId" clId="{B12B8455-FB12-489D-BE54-0C0BEE2FFA11}" dt="2018-12-10T10:58:44.565" v="32" actId="2696"/>
        <pc:sldMkLst>
          <pc:docMk/>
          <pc:sldMk cId="3722880187" sldId="498"/>
        </pc:sldMkLst>
      </pc:sldChg>
      <pc:sldChg chg="del">
        <pc:chgData name="Alex Luciano Roesler Rese" userId="1bb33b6d150db90b" providerId="LiveId" clId="{B12B8455-FB12-489D-BE54-0C0BEE2FFA11}" dt="2018-12-10T10:58:46.195" v="33" actId="2696"/>
        <pc:sldMkLst>
          <pc:docMk/>
          <pc:sldMk cId="3560777918" sldId="499"/>
        </pc:sldMkLst>
      </pc:sldChg>
      <pc:sldChg chg="del">
        <pc:chgData name="Alex Luciano Roesler Rese" userId="1bb33b6d150db90b" providerId="LiveId" clId="{B12B8455-FB12-489D-BE54-0C0BEE2FFA11}" dt="2018-12-10T10:58:47.867" v="34" actId="2696"/>
        <pc:sldMkLst>
          <pc:docMk/>
          <pc:sldMk cId="1217856259" sldId="501"/>
        </pc:sldMkLst>
      </pc:sldChg>
      <pc:sldChg chg="del">
        <pc:chgData name="Alex Luciano Roesler Rese" userId="1bb33b6d150db90b" providerId="LiveId" clId="{B12B8455-FB12-489D-BE54-0C0BEE2FFA11}" dt="2018-12-10T10:58:48.270" v="35" actId="2696"/>
        <pc:sldMkLst>
          <pc:docMk/>
          <pc:sldMk cId="1086327568" sldId="502"/>
        </pc:sldMkLst>
      </pc:sldChg>
      <pc:sldChg chg="del">
        <pc:chgData name="Alex Luciano Roesler Rese" userId="1bb33b6d150db90b" providerId="LiveId" clId="{B12B8455-FB12-489D-BE54-0C0BEE2FFA11}" dt="2018-12-10T10:58:48.553" v="36" actId="2696"/>
        <pc:sldMkLst>
          <pc:docMk/>
          <pc:sldMk cId="2937717106" sldId="503"/>
        </pc:sldMkLst>
      </pc:sldChg>
      <pc:sldChg chg="del">
        <pc:chgData name="Alex Luciano Roesler Rese" userId="1bb33b6d150db90b" providerId="LiveId" clId="{B12B8455-FB12-489D-BE54-0C0BEE2FFA11}" dt="2018-12-10T10:58:48.813" v="37" actId="2696"/>
        <pc:sldMkLst>
          <pc:docMk/>
          <pc:sldMk cId="4051278273" sldId="504"/>
        </pc:sldMkLst>
      </pc:sldChg>
    </pc:docChg>
  </pc:docChgLst>
  <pc:docChgLst>
    <pc:chgData name="Alex Luciano Roesler Rese" userId="1bb33b6d150db90b" providerId="LiveId" clId="{BE0E5D8C-9DD7-4DC8-BF41-C3CF6E733D60}"/>
  </pc:docChgLst>
  <pc:docChgLst>
    <pc:chgData name="Rafael Marini" userId="S::rafaelmarini@edu.univali.br::50055c5f-03a2-432d-b5f9-e31f497d20ab" providerId="AD" clId="Web-{6B7372B4-DA91-4CCE-BFE3-1FB923F3A418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A83C8-9780-4A31-8569-38B0DA8D1358}" type="datetimeFigureOut">
              <a:rPr lang="pt-BR" smtClean="0"/>
              <a:t>01/03/2019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179F2-03BF-491E-9A74-31122EDDB4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126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746B6-4825-453D-9FAD-03728370DF8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2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746B6-4825-453D-9FAD-03728370DF8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138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6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7C3F-9A52-4101-8413-9D2B16ECC92F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D2D2-9CF4-4A96-89FB-B7C44793EFCB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1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4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D5BD-D1B7-4CAF-B5CD-1F8583B92866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2D673-A7B6-48F7-8858-269D20D456AA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AC0A-F8C1-4AE2-808B-983FCA275C1F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0C662-DFE5-4E23-9D4D-634F983BC77C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88BA-DAB1-41E5-B3E3-07CE213228C6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5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126BB-49DF-4CD4-B860-04894E56CDFD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F7FC-4871-4DC1-8ADD-D3E891B494BE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65AF9-834A-46E1-BAAC-1564EABDA2DF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4"/>
            <a:ext cx="2336800" cy="58515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4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A593-29BF-4603-9DB3-D6EB9A083068}" type="datetime1">
              <a:rPr lang="pt-BR" smtClean="0"/>
              <a:t>01/03/2019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33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74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9482F01-9CD8-4D33-8E66-0C342BCD037D}" type="datetime1">
              <a:rPr lang="pt-BR" smtClean="0"/>
              <a:t>01/03/2019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45704" y="1412780"/>
            <a:ext cx="7990656" cy="3600401"/>
          </a:xfrm>
        </p:spPr>
        <p:txBody>
          <a:bodyPr/>
          <a:lstStyle/>
          <a:p>
            <a:r>
              <a:rPr lang="pt-BR" sz="6000" dirty="0"/>
              <a:t>Lógica e Algoritmos</a:t>
            </a:r>
            <a:endParaRPr lang="pt-BR" sz="6000" i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45704" y="5157192"/>
            <a:ext cx="6844522" cy="936104"/>
          </a:xfrm>
        </p:spPr>
        <p:txBody>
          <a:bodyPr>
            <a:normAutofit fontScale="92500" lnSpcReduction="10000"/>
          </a:bodyPr>
          <a:lstStyle/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Thiago Felski Pereira,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Adaptado: Elisangela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Maschio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Miranda</a:t>
            </a:r>
          </a:p>
        </p:txBody>
      </p:sp>
      <p:sp>
        <p:nvSpPr>
          <p:cNvPr id="4" name="Retângulo 3"/>
          <p:cNvSpPr/>
          <p:nvPr/>
        </p:nvSpPr>
        <p:spPr>
          <a:xfrm>
            <a:off x="0" y="6"/>
            <a:ext cx="11280576" cy="10079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000" b="1" dirty="0">
                <a:latin typeface="+mj-lt"/>
                <a:cs typeface="Times New Roman" panose="02020603050405020304" pitchFamily="18" charset="0"/>
              </a:rPr>
              <a:t>UNIVERSIDADE DO VALE DO ITAJAÍ</a:t>
            </a:r>
            <a:br>
              <a:rPr lang="pt-BR" sz="2000" b="1" dirty="0">
                <a:latin typeface="+mj-lt"/>
                <a:cs typeface="Times New Roman" panose="02020603050405020304" pitchFamily="18" charset="0"/>
              </a:rPr>
            </a:br>
            <a:r>
              <a:rPr lang="pt-BR" sz="2000" b="1" dirty="0">
                <a:latin typeface="+mj-lt"/>
                <a:cs typeface="Times New Roman" panose="02020603050405020304" pitchFamily="18" charset="0"/>
              </a:rPr>
              <a:t>LABORATÓRIO DE INTELIGÊNCIA APLICADA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</a:t>
            </a:fld>
            <a:endParaRPr lang="pt-BR" dirty="0"/>
          </a:p>
        </p:txBody>
      </p:sp>
      <p:cxnSp>
        <p:nvCxnSpPr>
          <p:cNvPr id="8" name="Conector reto 7"/>
          <p:cNvCxnSpPr>
            <a:cxnSpLocks/>
          </p:cNvCxnSpPr>
          <p:nvPr/>
        </p:nvCxnSpPr>
        <p:spPr>
          <a:xfrm>
            <a:off x="1289720" y="5085184"/>
            <a:ext cx="890464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3" y="0"/>
            <a:ext cx="1268597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11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381292" y="2360066"/>
            <a:ext cx="7990449" cy="294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composta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operandos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combinam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entre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mediante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produzindo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resultado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Exemplo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          +          15</a:t>
            </a:r>
            <a:endParaRPr lang="pt-B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Conector de seta reta 4"/>
          <p:cNvCxnSpPr/>
          <p:nvPr/>
        </p:nvCxnSpPr>
        <p:spPr>
          <a:xfrm flipH="1">
            <a:off x="4845785" y="5304846"/>
            <a:ext cx="457200" cy="6096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>
            <a:off x="6289111" y="5304846"/>
            <a:ext cx="0" cy="7620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>
            <a:off x="7418726" y="5304846"/>
            <a:ext cx="609600" cy="6096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4142127" y="5914447"/>
            <a:ext cx="1167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Operando</a:t>
            </a:r>
            <a:endParaRPr lang="pt-BR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7821570" y="5912958"/>
            <a:ext cx="1167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Operando</a:t>
            </a:r>
            <a:endParaRPr lang="pt-BR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5742327" y="6066846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</a:t>
            </a:r>
            <a:endParaRPr lang="pt-BR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Operadores</a:t>
            </a:r>
            <a:r>
              <a:rPr lang="en-US" sz="4000" b="1" u="sng" dirty="0"/>
              <a:t> e </a:t>
            </a:r>
            <a:r>
              <a:rPr lang="en-US" sz="4000" b="1" u="sng" dirty="0" err="1"/>
              <a:t>Expressões</a:t>
            </a:r>
            <a:br>
              <a:rPr lang="en-US" dirty="0"/>
            </a:br>
            <a:r>
              <a:rPr lang="en-US" sz="2800" i="1" dirty="0" err="1"/>
              <a:t>Operadores</a:t>
            </a:r>
            <a:endParaRPr lang="en-US" sz="2800" i="1" dirty="0"/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58E8A780-4550-4DF7-B41B-9D4CFCA0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</a:t>
            </a:fld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4F2828F5-A080-4600-AD86-84B7166824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664E7649-DA1C-4232-B28A-AF3E3C7C17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46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887158" y="1749245"/>
            <a:ext cx="8532694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linguagens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possível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formar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utilizando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variáveis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constantes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matemáticos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+ (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adição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- (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subtração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/ (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divisão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e % (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resto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divisão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inteira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mod).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Essas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utilizadas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preciso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utilizar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valor,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será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resultará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Exemplo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  <a:p>
            <a:pPr marL="1200150" lvl="2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 + 30 //devolve x + 30.</a:t>
            </a:r>
          </a:p>
          <a:p>
            <a:pPr marL="1200150" lvl="2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 == 55 //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verifica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são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iguais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retorna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1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0.</a:t>
            </a:r>
          </a:p>
          <a:p>
            <a:pPr marL="1200150" lvl="2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 = 10 //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atribuição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retorna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valor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atribuído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iguais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sentenças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As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sentenças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indicam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compilador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realize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alguma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tarefa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terminam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com ;),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enquanto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as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indicam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cálculo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Uma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sentença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várias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Expressões</a:t>
            </a:r>
            <a:br>
              <a:rPr lang="en-US" dirty="0"/>
            </a:br>
            <a:r>
              <a:rPr lang="en-US" sz="2800" i="1" dirty="0" err="1"/>
              <a:t>Operadores</a:t>
            </a:r>
            <a:endParaRPr lang="en-US" sz="2800" i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AE9AB7-1595-48F5-87D2-E0AA56B6F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3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8D41DE5-541F-4A63-A782-F67651530A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5F05CD8-F867-445B-B385-660F6CB020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24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972966" y="1901951"/>
            <a:ext cx="8398775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C/C++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linguagens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ricas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classificação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feita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número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sobre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atuam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quantidade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operações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realizam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classificam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lang="en-US" i="1" u="sng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unitários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atuam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sobre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1 operando), </a:t>
            </a:r>
            <a:r>
              <a:rPr lang="en-US" i="1" u="sng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binários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atuam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sobre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2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operandos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i="1" u="sng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ternários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atuam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sobre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3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operandos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Também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chamado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Também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existe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classificação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conforme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posição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dos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operandos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lang="en-US" i="1" u="sng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prefixo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vai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antes), </a:t>
            </a:r>
            <a:r>
              <a:rPr lang="en-US" i="1" u="sng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infixo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vai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no interior) e </a:t>
            </a:r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sufixo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vai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atrás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).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haver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vários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operandos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existem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as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propriedades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precedência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associatividade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avaliação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Operadores</a:t>
            </a:r>
            <a:br>
              <a:rPr lang="en-US" dirty="0"/>
            </a:br>
            <a:r>
              <a:rPr lang="en-US" sz="2800" i="1" dirty="0" err="1"/>
              <a:t>Operadores</a:t>
            </a:r>
            <a:endParaRPr lang="en-US" sz="2800" i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2BC732-A6B8-4E2E-945B-6216BCDE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4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8F9DED1-8899-48E4-A228-0F35EF6778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1D02E9A-9114-4FB8-B005-E5289F8995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78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972966" y="2054656"/>
            <a:ext cx="8398775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i="1" u="sng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Precedência</a:t>
            </a:r>
            <a:r>
              <a:rPr lang="en-US" i="1" u="sng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en-US" i="1" u="sng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prioridade</a:t>
            </a:r>
            <a:r>
              <a:rPr lang="en-US" i="1" u="sng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indica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prioridade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mediante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outros no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cálculo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i="1" u="sng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Associatividade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operandos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mesmo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tipo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associam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ausência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parênteses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Podem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pela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direita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(D-E) –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binários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ternários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atribuição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pela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esquerda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(E-D) –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binários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alguns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associatividade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faz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sentido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caso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sizeof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().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Operadores</a:t>
            </a:r>
            <a:br>
              <a:rPr lang="en-US" dirty="0"/>
            </a:br>
            <a:r>
              <a:rPr lang="en-US" sz="2800" i="1" dirty="0" err="1"/>
              <a:t>Operadores</a:t>
            </a:r>
            <a:endParaRPr lang="en-US" sz="2800" i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442A0A-B60C-436E-A680-BE5526CF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5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E012AED-A890-4A5F-8A9B-C8ED655C54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5A5C214-3B23-4FDB-AB48-F603D6FFC4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77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381292" y="1695991"/>
            <a:ext cx="7990449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Segue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abaixo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classificação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dos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resolução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escopo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200" b="1" u="sng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sz="1200" b="1" u="sng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1" u="sng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Aritméticos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incremento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decremento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atribuição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atribuição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composta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200" b="1" u="sng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sz="1200" b="1" u="sng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1" u="sng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Relacionais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200" b="1" u="sng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sz="1200" b="1" u="sng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1" u="sng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Lógicos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bits.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condicionais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endereço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indireção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tamanho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sizeof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sequência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avaliação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vírgula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conversão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molde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(“cast”).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construção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tipo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memória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dinâmica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4" name="Faixa para cima 3"/>
          <p:cNvSpPr/>
          <p:nvPr/>
        </p:nvSpPr>
        <p:spPr>
          <a:xfrm>
            <a:off x="6646880" y="2818180"/>
            <a:ext cx="3733800" cy="1524000"/>
          </a:xfrm>
          <a:prstGeom prst="ribbon2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 err="1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Serão</a:t>
            </a:r>
            <a:r>
              <a:rPr lang="en-US" sz="1400" i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vistos</a:t>
            </a:r>
            <a:r>
              <a:rPr lang="en-US" sz="1400" i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</a:t>
            </a:r>
            <a:r>
              <a:rPr lang="en-US" sz="1400" i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detalhes</a:t>
            </a:r>
            <a:r>
              <a:rPr lang="en-US" sz="1400" i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</a:t>
            </a:r>
            <a:r>
              <a:rPr lang="en-US" sz="1400" i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sz="1400" i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</a:t>
            </a:r>
            <a:r>
              <a:rPr lang="en-US" sz="1400" i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i="1" dirty="0" err="1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vermelho</a:t>
            </a:r>
            <a:r>
              <a:rPr lang="en-US" sz="1400" i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pt-BR" sz="1400" i="1" dirty="0">
              <a:solidFill>
                <a:sysClr val="windowText" lastClr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Operadores</a:t>
            </a:r>
            <a:br>
              <a:rPr lang="en-US" dirty="0"/>
            </a:br>
            <a:r>
              <a:rPr lang="en-US" sz="2800" i="1" dirty="0" err="1"/>
              <a:t>Operadores</a:t>
            </a:r>
            <a:endParaRPr lang="en-US" sz="2800" i="1" dirty="0"/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0E3D55E7-69CE-4181-8E74-1FC059DE7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6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1209253-D14E-4699-9178-74CA4ACFD9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48702BF-688D-4255-81E6-981041C0F6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01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431081" y="1901951"/>
            <a:ext cx="7990449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tabela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seguir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mostra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prioridade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entre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grupo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1,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exemplo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possui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maior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prioridade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grupo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2.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Seguem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outras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regras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operandores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aplicados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mesmo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operando,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maior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prioridade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aplicado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primeiro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mesmo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grupo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possuem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prioridade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associatividade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iguais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possuem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prioridade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igual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primeiro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aplica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prioridade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alta.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parênteses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possuem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prioridade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máxima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alteram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qualquer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Prioridade</a:t>
            </a:r>
            <a:r>
              <a:rPr lang="en-US" sz="4000" b="1" u="sng" dirty="0"/>
              <a:t> de </a:t>
            </a:r>
            <a:r>
              <a:rPr lang="en-US" sz="4000" b="1" u="sng" dirty="0" err="1"/>
              <a:t>Operadores</a:t>
            </a:r>
            <a:br>
              <a:rPr lang="en-US" dirty="0"/>
            </a:br>
            <a:r>
              <a:rPr lang="en-US" sz="2800" i="1" dirty="0" err="1"/>
              <a:t>Operadores</a:t>
            </a:r>
            <a:endParaRPr lang="en-US" sz="2800" i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BB4384-C2C9-4E55-B846-F8186E09E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7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9934857-768E-424C-BDB3-6302EF00DE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D530776-E1FD-4A40-AA69-A83D7F1D2A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649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2278375" y="1749245"/>
          <a:ext cx="8219052" cy="491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3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Prioridade</a:t>
                      </a:r>
                      <a:endParaRPr lang="pt-BR" sz="16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Operadores</a:t>
                      </a:r>
                      <a:endParaRPr lang="pt-BR" sz="16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Associatividade</a:t>
                      </a:r>
                      <a:endParaRPr lang="pt-BR" sz="16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::   (</a:t>
                      </a:r>
                      <a:r>
                        <a:rPr lang="en-US" sz="1400" dirty="0" err="1"/>
                        <a:t>Resolução</a:t>
                      </a:r>
                      <a:r>
                        <a:rPr lang="en-US" sz="1400" baseline="0" dirty="0"/>
                        <a:t> de </a:t>
                      </a:r>
                      <a:r>
                        <a:rPr lang="en-US" sz="1400" baseline="0" dirty="0" err="1"/>
                        <a:t>Escopo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*  -&gt;  (</a:t>
                      </a:r>
                      <a:r>
                        <a:rPr lang="en-US" sz="1400" dirty="0" err="1"/>
                        <a:t>Direções</a:t>
                      </a:r>
                      <a:r>
                        <a:rPr lang="en-US" sz="1400" dirty="0"/>
                        <a:t>)  </a:t>
                      </a:r>
                    </a:p>
                    <a:p>
                      <a:r>
                        <a:rPr lang="en-US" sz="1400" dirty="0"/>
                        <a:t>[]   (</a:t>
                      </a:r>
                      <a:r>
                        <a:rPr lang="en-US" sz="1400" dirty="0" err="1"/>
                        <a:t>Indexação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Vetorial</a:t>
                      </a:r>
                      <a:r>
                        <a:rPr lang="en-US" sz="1400" dirty="0"/>
                        <a:t>)</a:t>
                      </a:r>
                    </a:p>
                    <a:p>
                      <a:r>
                        <a:rPr lang="en-US" sz="1400" dirty="0"/>
                        <a:t>() (</a:t>
                      </a:r>
                      <a:r>
                        <a:rPr lang="en-US" sz="1400" dirty="0" err="1"/>
                        <a:t>Chamada</a:t>
                      </a:r>
                      <a:r>
                        <a:rPr lang="en-US" sz="1400" dirty="0"/>
                        <a:t> de </a:t>
                      </a:r>
                      <a:r>
                        <a:rPr lang="en-US" sz="1400" dirty="0" err="1"/>
                        <a:t>Funções</a:t>
                      </a:r>
                      <a:r>
                        <a:rPr lang="en-US" sz="1400" dirty="0"/>
                        <a:t>)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E-D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++   --   (</a:t>
                      </a:r>
                      <a:r>
                        <a:rPr lang="en-US" sz="1400" dirty="0" err="1"/>
                        <a:t>Incremento</a:t>
                      </a:r>
                      <a:r>
                        <a:rPr lang="en-US" sz="1400" dirty="0"/>
                        <a:t> e </a:t>
                      </a:r>
                      <a:r>
                        <a:rPr lang="en-US" sz="1400" dirty="0" err="1"/>
                        <a:t>Decremento</a:t>
                      </a:r>
                      <a:r>
                        <a:rPr lang="en-US" sz="1400" dirty="0"/>
                        <a:t>)</a:t>
                      </a:r>
                    </a:p>
                    <a:p>
                      <a:r>
                        <a:rPr lang="en-US" sz="1400" dirty="0"/>
                        <a:t>~</a:t>
                      </a:r>
                      <a:r>
                        <a:rPr lang="en-US" sz="1400" baseline="0" dirty="0"/>
                        <a:t>  </a:t>
                      </a:r>
                      <a:r>
                        <a:rPr lang="en-US" sz="1400" dirty="0"/>
                        <a:t>(</a:t>
                      </a:r>
                      <a:r>
                        <a:rPr lang="en-US" sz="1400" dirty="0" err="1"/>
                        <a:t>Manipulação</a:t>
                      </a:r>
                      <a:r>
                        <a:rPr lang="en-US" sz="1400" baseline="0" dirty="0"/>
                        <a:t> de bits)</a:t>
                      </a:r>
                    </a:p>
                    <a:p>
                      <a:r>
                        <a:rPr lang="en-US" sz="1400" baseline="0" dirty="0"/>
                        <a:t>! (</a:t>
                      </a:r>
                      <a:r>
                        <a:rPr lang="en-US" sz="1400" baseline="0" dirty="0" err="1"/>
                        <a:t>Lógico</a:t>
                      </a:r>
                      <a:r>
                        <a:rPr lang="en-US" sz="1400" baseline="0" dirty="0"/>
                        <a:t>)  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400" baseline="0" dirty="0"/>
                        <a:t>-   +   (</a:t>
                      </a:r>
                      <a:r>
                        <a:rPr lang="en-US" sz="1400" baseline="0" dirty="0" err="1"/>
                        <a:t>Aritméticos</a:t>
                      </a:r>
                      <a:r>
                        <a:rPr lang="en-US" sz="1400" baseline="0" dirty="0"/>
                        <a:t> – </a:t>
                      </a:r>
                      <a:r>
                        <a:rPr lang="en-US" sz="1400" baseline="0" dirty="0" err="1"/>
                        <a:t>negativo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ou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positivo</a:t>
                      </a:r>
                      <a:r>
                        <a:rPr lang="en-US" sz="1400" baseline="0" dirty="0"/>
                        <a:t>)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400" baseline="0" dirty="0"/>
                        <a:t>&amp;   *   (</a:t>
                      </a:r>
                      <a:r>
                        <a:rPr lang="en-US" sz="1400" baseline="0" dirty="0" err="1"/>
                        <a:t>Endereço</a:t>
                      </a:r>
                      <a:r>
                        <a:rPr lang="en-US" sz="1400" baseline="0" dirty="0"/>
                        <a:t>)</a:t>
                      </a:r>
                    </a:p>
                    <a:p>
                      <a:r>
                        <a:rPr lang="en-US" sz="1400" baseline="0" dirty="0" err="1"/>
                        <a:t>sizeof</a:t>
                      </a:r>
                      <a:r>
                        <a:rPr lang="en-US" sz="1400" baseline="0" dirty="0"/>
                        <a:t> (</a:t>
                      </a:r>
                      <a:r>
                        <a:rPr lang="en-US" sz="1400" baseline="0" dirty="0" err="1"/>
                        <a:t>tamanho</a:t>
                      </a:r>
                      <a:r>
                        <a:rPr lang="en-US" sz="1400" baseline="0" dirty="0"/>
                        <a:t> de bytes)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D-E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.*   -&gt;*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E-D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*   /   %   (</a:t>
                      </a:r>
                      <a:r>
                        <a:rPr lang="en-US" sz="1400" dirty="0" err="1"/>
                        <a:t>Aritméticos</a:t>
                      </a:r>
                      <a:r>
                        <a:rPr lang="en-US" sz="1400" dirty="0"/>
                        <a:t>)</a:t>
                      </a:r>
                      <a:endParaRPr lang="pt-BR" sz="14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E-D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+</a:t>
                      </a:r>
                      <a:r>
                        <a:rPr lang="en-US" sz="1400" baseline="0" dirty="0"/>
                        <a:t>   -   (</a:t>
                      </a:r>
                      <a:r>
                        <a:rPr lang="en-US" sz="1400" dirty="0" err="1"/>
                        <a:t>Aritméticos</a:t>
                      </a:r>
                      <a:r>
                        <a:rPr lang="en-US" sz="1400" dirty="0"/>
                        <a:t>)</a:t>
                      </a:r>
                      <a:endParaRPr lang="pt-BR" sz="14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E-D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&lt;&lt;   &gt;&gt; (</a:t>
                      </a:r>
                      <a:r>
                        <a:rPr lang="en-US" sz="1400" dirty="0" err="1"/>
                        <a:t>Deslocamento</a:t>
                      </a:r>
                      <a:r>
                        <a:rPr lang="en-US" sz="1400" baseline="0" dirty="0"/>
                        <a:t> de bits)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E-D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   &lt;=   &gt;   &gt;=   (</a:t>
                      </a:r>
                      <a:r>
                        <a:rPr lang="en-US" sz="1400" dirty="0" err="1"/>
                        <a:t>Relacionais</a:t>
                      </a:r>
                      <a:r>
                        <a:rPr lang="en-US" sz="1400" dirty="0"/>
                        <a:t>)</a:t>
                      </a:r>
                      <a:endParaRPr lang="pt-BR" sz="14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E-D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==   !=   (</a:t>
                      </a:r>
                      <a:r>
                        <a:rPr lang="en-US" sz="1400" dirty="0" err="1"/>
                        <a:t>Relacionais</a:t>
                      </a:r>
                      <a:r>
                        <a:rPr lang="en-US" sz="1400" dirty="0"/>
                        <a:t>)</a:t>
                      </a:r>
                      <a:endParaRPr lang="pt-BR" sz="14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E-D</a:t>
                      </a:r>
                      <a:endParaRPr lang="pt-BR"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Prioridade</a:t>
            </a:r>
            <a:r>
              <a:rPr lang="en-US" sz="4000" b="1" u="sng" dirty="0"/>
              <a:t> de </a:t>
            </a:r>
            <a:r>
              <a:rPr lang="en-US" sz="4000" b="1" u="sng" dirty="0" err="1"/>
              <a:t>Operadores</a:t>
            </a:r>
            <a:br>
              <a:rPr lang="en-US" dirty="0"/>
            </a:br>
            <a:r>
              <a:rPr lang="en-US" sz="2800" i="1" dirty="0" err="1"/>
              <a:t>Operadores</a:t>
            </a:r>
            <a:endParaRPr lang="en-US" sz="2800" i="1" dirty="0"/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BD8C4FCB-AD3F-4FB9-9D79-37E736B4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8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C882F0F-4EEC-464E-A9C1-D4E3E00421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03BDA77-0094-487A-9905-3634B7FEC8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103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2125670" y="2207360"/>
          <a:ext cx="8219052" cy="363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3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Prioridade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Operadores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Associatividade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&amp; (</a:t>
                      </a:r>
                      <a:r>
                        <a:rPr lang="en-US" sz="1800" dirty="0" err="1"/>
                        <a:t>Manipulação</a:t>
                      </a:r>
                      <a:r>
                        <a:rPr lang="en-US" sz="1800" baseline="0" dirty="0"/>
                        <a:t> de bits)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E-D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^ (</a:t>
                      </a:r>
                      <a:r>
                        <a:rPr lang="en-US" sz="1800" dirty="0" err="1"/>
                        <a:t>Manipulação</a:t>
                      </a:r>
                      <a:r>
                        <a:rPr lang="en-US" sz="1800" baseline="0" dirty="0"/>
                        <a:t> de bits)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E-D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|| (</a:t>
                      </a:r>
                      <a:r>
                        <a:rPr lang="en-US" sz="1800" dirty="0" err="1"/>
                        <a:t>Manipulação</a:t>
                      </a:r>
                      <a:r>
                        <a:rPr lang="en-US" sz="1800" baseline="0" dirty="0"/>
                        <a:t> de bits)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E-D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12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&amp;&amp; </a:t>
                      </a:r>
                      <a:r>
                        <a:rPr lang="en-US" sz="1800" dirty="0" err="1"/>
                        <a:t>ou</a:t>
                      </a:r>
                      <a:r>
                        <a:rPr lang="en-US" sz="1800" dirty="0"/>
                        <a:t> and (</a:t>
                      </a:r>
                      <a:r>
                        <a:rPr lang="en-US" sz="1800" dirty="0" err="1"/>
                        <a:t>Lógico</a:t>
                      </a:r>
                      <a:r>
                        <a:rPr lang="en-US" sz="1800" dirty="0"/>
                        <a:t>)</a:t>
                      </a:r>
                      <a:endParaRPr lang="pt-BR" sz="18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E-D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13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|| </a:t>
                      </a:r>
                      <a:r>
                        <a:rPr lang="en-US" sz="1800" dirty="0" err="1"/>
                        <a:t>ou</a:t>
                      </a:r>
                      <a:r>
                        <a:rPr lang="en-US" sz="1800" dirty="0"/>
                        <a:t> or (</a:t>
                      </a:r>
                      <a:r>
                        <a:rPr lang="en-US" sz="1800" dirty="0" err="1"/>
                        <a:t>Lógico</a:t>
                      </a:r>
                      <a:r>
                        <a:rPr lang="en-US" sz="1800" dirty="0"/>
                        <a:t>)</a:t>
                      </a:r>
                      <a:endParaRPr lang="pt-BR" sz="1800" b="1" dirty="0">
                        <a:solidFill>
                          <a:srgbClr val="FF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E-D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14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?:  (</a:t>
                      </a:r>
                      <a:r>
                        <a:rPr lang="en-US" sz="1800" dirty="0" err="1"/>
                        <a:t>Express</a:t>
                      </a:r>
                      <a:r>
                        <a:rPr lang="en-US" sz="1800" baseline="0" dirty="0" err="1"/>
                        <a:t>ão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baseline="0" dirty="0" err="1"/>
                        <a:t>Condicional</a:t>
                      </a:r>
                      <a:r>
                        <a:rPr lang="en-US" sz="1800" dirty="0"/>
                        <a:t>)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D-E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15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=   *=   /=   %=   +=   -=   &lt;&lt;=   &gt;&gt;=   &amp;=   ||=   ^= (</a:t>
                      </a:r>
                      <a:r>
                        <a:rPr lang="en-US" sz="1800" dirty="0" err="1"/>
                        <a:t>Atribuição</a:t>
                      </a:r>
                      <a:r>
                        <a:rPr lang="pt-BR" sz="1800" dirty="0"/>
                        <a:t>)</a:t>
                      </a:r>
                      <a:endParaRPr lang="en-US" sz="1800" i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D-E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16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, (</a:t>
                      </a:r>
                      <a:r>
                        <a:rPr lang="en-US" sz="1800" dirty="0" err="1"/>
                        <a:t>Vírgula</a:t>
                      </a:r>
                      <a:r>
                        <a:rPr lang="en-US" sz="1800" dirty="0"/>
                        <a:t>) 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E-D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Prioridade</a:t>
            </a:r>
            <a:r>
              <a:rPr lang="en-US" sz="4000" b="1" u="sng" dirty="0"/>
              <a:t> de </a:t>
            </a:r>
            <a:r>
              <a:rPr lang="en-US" sz="4000" b="1" u="sng" dirty="0" err="1"/>
              <a:t>Operadores</a:t>
            </a:r>
            <a:br>
              <a:rPr lang="en-US" dirty="0"/>
            </a:br>
            <a:r>
              <a:rPr lang="en-US" sz="2800" i="1" dirty="0" err="1"/>
              <a:t>Operadores</a:t>
            </a:r>
            <a:endParaRPr lang="en-US" sz="2800" i="1" dirty="0"/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E2262200-3C20-40E5-9E20-153EB5DF3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9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D9896F7-4600-403B-88AD-03FA5AAEC7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0BE4B1B-42F3-4846-9235-1415848E8B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543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125671" y="1634598"/>
            <a:ext cx="839084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Realizam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operações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aritméticas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básicas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Prioridade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avaliação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Parênteses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mudam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prioridade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).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mesma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prioridade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associatividade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da </a:t>
            </a:r>
          </a:p>
          <a:p>
            <a:pPr marL="185738" indent="85725">
              <a:lnSpc>
                <a:spcPct val="150000"/>
              </a:lnSpc>
              <a:buClr>
                <a:srgbClr val="FF0000"/>
              </a:buClr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esquerda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para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direita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3041900" y="2970885"/>
          <a:ext cx="609600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Operador</a:t>
                      </a:r>
                      <a:endParaRPr lang="pt-BR" sz="2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Operação</a:t>
                      </a:r>
                      <a:endParaRPr lang="pt-BR" sz="2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Prioridade</a:t>
                      </a:r>
                      <a:endParaRPr lang="pt-BR" sz="2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+,</a:t>
                      </a:r>
                      <a:r>
                        <a:rPr lang="en-US" sz="1800" baseline="0" dirty="0"/>
                        <a:t> -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+25, - 6.475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*, /, %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5*5 é 25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pt-BR" sz="16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25/5</a:t>
                      </a:r>
                      <a:r>
                        <a:rPr lang="en-US" sz="1800" baseline="0" dirty="0"/>
                        <a:t> é 5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sz="16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pt-BR" sz="16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25%6 é 1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sz="16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+, -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2+3</a:t>
                      </a:r>
                      <a:r>
                        <a:rPr lang="en-US" sz="1800" baseline="0" dirty="0"/>
                        <a:t> é 5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pt-BR" sz="16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2-3 é -1</a:t>
                      </a:r>
                      <a:endParaRPr lang="pt-BR" sz="1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sz="16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Operadores</a:t>
            </a:r>
            <a:r>
              <a:rPr lang="en-US" sz="4000" b="1" u="sng" dirty="0"/>
              <a:t> </a:t>
            </a:r>
            <a:r>
              <a:rPr lang="en-US" sz="4000" b="1" u="sng" dirty="0" err="1"/>
              <a:t>Aritméticos</a:t>
            </a:r>
            <a:br>
              <a:rPr lang="en-US" dirty="0"/>
            </a:br>
            <a:r>
              <a:rPr lang="en-US" sz="2800" i="1" dirty="0" err="1"/>
              <a:t>Operadores</a:t>
            </a:r>
            <a:endParaRPr lang="en-US" sz="2800" i="1" dirty="0"/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9E48938-B4E5-45EB-A1F9-BFEA7CD6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10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C4A970B-C2A3-4E0C-9261-54775BF660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482C557-B09F-43E3-A2D4-76CD9D777E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895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273763" y="2081816"/>
            <a:ext cx="79904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faz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%?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um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porcentagem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calculadora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É um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resto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divisão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inteira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Exemplo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/>
          </p:nvPr>
        </p:nvGraphicFramePr>
        <p:xfrm>
          <a:off x="2819400" y="4421430"/>
          <a:ext cx="152400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31</a:t>
                      </a:r>
                      <a:endParaRPr lang="pt-BR" sz="16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</a:t>
                      </a:r>
                      <a:endParaRPr lang="pt-BR" sz="16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</a:t>
                      </a:r>
                      <a:endParaRPr lang="pt-BR" sz="16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</a:t>
                      </a:r>
                      <a:endParaRPr lang="pt-BR" sz="16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Elipse 5"/>
          <p:cNvSpPr/>
          <p:nvPr/>
        </p:nvSpPr>
        <p:spPr>
          <a:xfrm>
            <a:off x="3048000" y="4802430"/>
            <a:ext cx="3048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de seta reta 7"/>
          <p:cNvCxnSpPr/>
          <p:nvPr/>
        </p:nvCxnSpPr>
        <p:spPr>
          <a:xfrm>
            <a:off x="3200400" y="5183430"/>
            <a:ext cx="0" cy="3048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2286001" y="5564430"/>
            <a:ext cx="2419765" cy="738664"/>
          </a:xfrm>
          <a:prstGeom prst="rect">
            <a:avLst/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Resto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divisão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inteira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</a:p>
          <a:p>
            <a:pPr algn="ctr"/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representada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</a:t>
            </a:r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31 % 6 </a:t>
            </a:r>
            <a:r>
              <a:rPr lang="en-US" sz="1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 1</a:t>
            </a:r>
            <a:endParaRPr lang="pt-BR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/>
          </p:nvPr>
        </p:nvGraphicFramePr>
        <p:xfrm>
          <a:off x="7467600" y="4345230"/>
          <a:ext cx="152400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123</a:t>
                      </a:r>
                      <a:endParaRPr lang="pt-BR" sz="16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</a:t>
                      </a:r>
                      <a:endParaRPr lang="pt-BR" sz="16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53</a:t>
                      </a:r>
                      <a:endParaRPr lang="pt-BR" sz="16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17</a:t>
                      </a:r>
                      <a:endParaRPr lang="pt-BR" sz="16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</a:t>
                      </a:r>
                      <a:endParaRPr lang="pt-BR" sz="16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sz="16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Elipse 10"/>
          <p:cNvSpPr/>
          <p:nvPr/>
        </p:nvSpPr>
        <p:spPr>
          <a:xfrm>
            <a:off x="7696200" y="5083417"/>
            <a:ext cx="304800" cy="381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cxnSp>
        <p:nvCxnSpPr>
          <p:cNvPr id="12" name="Conector de seta reta 11"/>
          <p:cNvCxnSpPr/>
          <p:nvPr/>
        </p:nvCxnSpPr>
        <p:spPr>
          <a:xfrm>
            <a:off x="7848600" y="5502517"/>
            <a:ext cx="0" cy="3048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6638718" y="5845417"/>
            <a:ext cx="2419765" cy="738664"/>
          </a:xfrm>
          <a:prstGeom prst="rect">
            <a:avLst/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Resto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divisão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inteira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</a:p>
          <a:p>
            <a:pPr algn="ctr"/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representada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</a:t>
            </a:r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123 % 7 </a:t>
            </a:r>
            <a:r>
              <a:rPr lang="en-US" sz="1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 4</a:t>
            </a:r>
            <a:endParaRPr lang="pt-BR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Operadores</a:t>
            </a:r>
            <a:r>
              <a:rPr lang="en-US" sz="4000" b="1" u="sng" dirty="0"/>
              <a:t> </a:t>
            </a:r>
            <a:r>
              <a:rPr lang="en-US" sz="4000" b="1" u="sng" dirty="0" err="1"/>
              <a:t>Aritméticos</a:t>
            </a:r>
            <a:br>
              <a:rPr lang="en-US" dirty="0"/>
            </a:br>
            <a:r>
              <a:rPr lang="en-US" sz="2800" i="1" dirty="0" err="1"/>
              <a:t>Operadores</a:t>
            </a:r>
            <a:endParaRPr lang="en-US" sz="2800" i="1" dirty="0"/>
          </a:p>
        </p:txBody>
      </p:sp>
      <p:sp>
        <p:nvSpPr>
          <p:cNvPr id="15" name="Espaço Reservado para Número de Slide 3">
            <a:extLst>
              <a:ext uri="{FF2B5EF4-FFF2-40B4-BE49-F238E27FC236}">
                <a16:creationId xmlns:a16="http://schemas.microsoft.com/office/drawing/2014/main" id="{70864304-8C52-497D-96B5-AE55BA718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11</a:t>
            </a:fld>
            <a:endParaRPr lang="pt-BR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6ABC2A5C-71F2-41EA-A02B-3D90C2B97C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C5C48021-5EFB-4368-8E45-9F441F54BF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202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357885" y="1595273"/>
            <a:ext cx="6863795" cy="867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Veja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as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abaixo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resolvidas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acordo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com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prioridade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2133600" y="2565400"/>
          <a:ext cx="3200400" cy="185420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   +</a:t>
                      </a:r>
                      <a:r>
                        <a:rPr lang="en-US" sz="1600" b="1" baseline="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2   *   3   -   4   /   2</a:t>
                      </a:r>
                      <a:endParaRPr lang="pt-BR" sz="16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</a:t>
                      </a:r>
                      <a:r>
                        <a:rPr lang="en-US" sz="1600" b="1" baseline="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+        6        -   4   /    2</a:t>
                      </a:r>
                      <a:endParaRPr lang="pt-BR" sz="16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   +        6        -        2</a:t>
                      </a:r>
                      <a:endParaRPr lang="pt-BR" sz="16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     12              -</a:t>
                      </a:r>
                      <a:r>
                        <a:rPr lang="en-US" sz="1600" b="1" baseline="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     2</a:t>
                      </a:r>
                      <a:endParaRPr lang="pt-BR" sz="16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</a:t>
                      </a:r>
                      <a:endParaRPr lang="pt-BR" sz="16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tângulo 6"/>
          <p:cNvSpPr/>
          <p:nvPr/>
        </p:nvSpPr>
        <p:spPr>
          <a:xfrm>
            <a:off x="2895600" y="2565400"/>
            <a:ext cx="990600" cy="76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4267200" y="2932112"/>
            <a:ext cx="1066800" cy="762000"/>
          </a:xfrm>
          <a:prstGeom prst="rect">
            <a:avLst/>
          </a:prstGeom>
          <a:noFill/>
          <a:ln w="38100">
            <a:solidFill>
              <a:srgbClr val="66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2162175" y="3313112"/>
            <a:ext cx="1724025" cy="762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graphicFrame>
        <p:nvGraphicFramePr>
          <p:cNvPr id="16" name="Tabela 15"/>
          <p:cNvGraphicFramePr>
            <a:graphicFrameLocks noGrp="1"/>
          </p:cNvGraphicFramePr>
          <p:nvPr>
            <p:extLst/>
          </p:nvPr>
        </p:nvGraphicFramePr>
        <p:xfrm>
          <a:off x="6100249" y="2565400"/>
          <a:ext cx="3729552" cy="148336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3729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   *   (5   +   (6   -   2)   +   1)</a:t>
                      </a:r>
                      <a:endParaRPr lang="pt-BR" sz="16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   *   (5</a:t>
                      </a:r>
                      <a:r>
                        <a:rPr lang="en-US" sz="1600" b="1" baseline="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+          4         +  1)</a:t>
                      </a:r>
                      <a:endParaRPr lang="pt-BR" sz="16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   *                     10</a:t>
                      </a:r>
                      <a:endParaRPr lang="pt-BR" sz="16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50</a:t>
                      </a:r>
                      <a:endParaRPr lang="pt-BR" sz="16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Retângulo 16"/>
          <p:cNvSpPr/>
          <p:nvPr/>
        </p:nvSpPr>
        <p:spPr>
          <a:xfrm>
            <a:off x="7651797" y="2565400"/>
            <a:ext cx="1187403" cy="76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9" name="Retângulo 18"/>
          <p:cNvSpPr/>
          <p:nvPr/>
        </p:nvSpPr>
        <p:spPr>
          <a:xfrm>
            <a:off x="6789782" y="2951162"/>
            <a:ext cx="2887618" cy="74295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2381292" y="4822824"/>
            <a:ext cx="79904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Sempre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abrir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parênteses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feche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-o,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senão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será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gerado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erro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compilação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cuide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utilização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dos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parênteses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forma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incorreta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modificam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valor da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Operadores</a:t>
            </a:r>
            <a:r>
              <a:rPr lang="en-US" sz="4000" b="1" u="sng" dirty="0"/>
              <a:t> </a:t>
            </a:r>
            <a:r>
              <a:rPr lang="en-US" sz="4000" b="1" u="sng" dirty="0" err="1"/>
              <a:t>Aritméticos</a:t>
            </a:r>
            <a:br>
              <a:rPr lang="en-US" dirty="0"/>
            </a:br>
            <a:r>
              <a:rPr lang="en-US" sz="2800" i="1" dirty="0" err="1"/>
              <a:t>Operadores</a:t>
            </a:r>
            <a:endParaRPr lang="en-US" sz="2800" i="1" dirty="0"/>
          </a:p>
        </p:txBody>
      </p:sp>
      <p:sp>
        <p:nvSpPr>
          <p:cNvPr id="12" name="Espaço Reservado para Número de Slide 3">
            <a:extLst>
              <a:ext uri="{FF2B5EF4-FFF2-40B4-BE49-F238E27FC236}">
                <a16:creationId xmlns:a16="http://schemas.microsoft.com/office/drawing/2014/main" id="{AA7F56CD-641C-4BBB-807E-1BCD42E15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12</a:t>
            </a:fld>
            <a:endParaRPr lang="pt-BR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241FA8BE-9BE0-448A-99FF-D7867A5BBC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1630877-5496-4AC6-A4C0-F8BD023C73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129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125671" y="1901951"/>
            <a:ext cx="7990449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Utilizados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comparações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gerando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resultado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verdadeiro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falso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possuem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mesma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prioridade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associatividade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 da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esquerda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para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direita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2736491" y="3123590"/>
          <a:ext cx="6096001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Operador</a:t>
                      </a:r>
                      <a:endParaRPr lang="pt-BR" sz="2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Significado</a:t>
                      </a:r>
                      <a:endParaRPr lang="pt-BR" sz="2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Exemplo</a:t>
                      </a:r>
                      <a:endParaRPr lang="pt-BR" sz="24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==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Igual</a:t>
                      </a:r>
                      <a:r>
                        <a:rPr lang="en-US" sz="2000" dirty="0"/>
                        <a:t> a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 == b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!=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Diferente</a:t>
                      </a:r>
                      <a:r>
                        <a:rPr lang="en-US" sz="2000" dirty="0"/>
                        <a:t> de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 != b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&gt;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Maior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que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 &gt; b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&lt;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Menor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que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 &lt; b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&gt;=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Maior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ou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igual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que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 &gt;= b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&lt;=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Menor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ou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igual</a:t>
                      </a:r>
                      <a:r>
                        <a:rPr lang="en-US" sz="2000" dirty="0"/>
                        <a:t> a </a:t>
                      </a:r>
                      <a:r>
                        <a:rPr lang="en-US" sz="2000" dirty="0" err="1"/>
                        <a:t>que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 &lt;= b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Operadores</a:t>
            </a:r>
            <a:r>
              <a:rPr lang="en-US" sz="4000" b="1" u="sng" dirty="0"/>
              <a:t> </a:t>
            </a:r>
            <a:r>
              <a:rPr lang="en-US" sz="4000" b="1" u="sng" dirty="0" err="1"/>
              <a:t>Relacionais</a:t>
            </a:r>
            <a:br>
              <a:rPr lang="en-US" dirty="0"/>
            </a:br>
            <a:r>
              <a:rPr lang="en-US" sz="2800" i="1" dirty="0" err="1"/>
              <a:t>Operadores</a:t>
            </a:r>
            <a:endParaRPr lang="en-US" sz="2800" i="1" dirty="0"/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6A2FF20D-4948-46D0-9767-56F46AD1E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13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113D9C6-889D-44AD-82B9-3629E340B4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8E952FE-5CF8-4473-94C4-B3CCDA84CB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05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278376" y="2207361"/>
            <a:ext cx="7990449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utilizam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para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retornar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valores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verdadeiros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qualquer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número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inteiro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diferente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0)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falso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(0).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São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utilizados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para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unir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condições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usadas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desvios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condicionais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laços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repetição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2010310" y="4650640"/>
          <a:ext cx="8266672" cy="172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2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4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Operador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Operação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Lógica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Exemplo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Prioridade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! (</a:t>
                      </a:r>
                      <a:r>
                        <a:rPr lang="en-US" sz="2000" dirty="0" err="1"/>
                        <a:t>Negação</a:t>
                      </a:r>
                      <a:r>
                        <a:rPr lang="en-US" sz="2000" dirty="0"/>
                        <a:t>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! </a:t>
                      </a:r>
                      <a:r>
                        <a:rPr lang="en-US" sz="2000" dirty="0" err="1"/>
                        <a:t>lógica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!(x &gt;= y)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&amp;&amp; / and (e)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op1 &amp;&amp; op2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 &lt; n  &amp;&amp; </a:t>
                      </a:r>
                      <a:r>
                        <a:rPr lang="en-US" sz="2000" dirty="0" err="1"/>
                        <a:t>i</a:t>
                      </a:r>
                      <a:r>
                        <a:rPr lang="en-US" sz="2000" dirty="0"/>
                        <a:t> &gt; j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|| / or (</a:t>
                      </a:r>
                      <a:r>
                        <a:rPr lang="en-US" sz="2000" dirty="0" err="1"/>
                        <a:t>ou</a:t>
                      </a:r>
                      <a:r>
                        <a:rPr lang="en-US" sz="2000" dirty="0"/>
                        <a:t>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op1 || op2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 == 5 || n != 10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Operadores</a:t>
            </a:r>
            <a:r>
              <a:rPr lang="en-US" sz="4000" b="1" u="sng" dirty="0"/>
              <a:t> </a:t>
            </a:r>
            <a:r>
              <a:rPr lang="en-US" sz="4000" b="1" u="sng" dirty="0" err="1"/>
              <a:t>Lógicos</a:t>
            </a:r>
            <a:br>
              <a:rPr lang="en-US" dirty="0"/>
            </a:br>
            <a:r>
              <a:rPr lang="en-US" sz="2800" i="1" dirty="0" err="1"/>
              <a:t>Operadores</a:t>
            </a:r>
            <a:endParaRPr lang="en-US" sz="2800" i="1" dirty="0"/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F7E987DE-0CEA-45D2-9F71-C9955B865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14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4BDC3F1-8C74-4686-8DC2-4B32FC198D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93FFD71-0561-4FFA-92E0-47B8701A54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977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278376" y="2207360"/>
            <a:ext cx="7990449" cy="451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!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inverte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valor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lógico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 operando.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/>
          </p:nvPr>
        </p:nvGraphicFramePr>
        <p:xfrm>
          <a:off x="3505200" y="3124200"/>
          <a:ext cx="438993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Operando a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!a (not a)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true</a:t>
                      </a:r>
                      <a:r>
                        <a:rPr lang="en-US" sz="2000" baseline="0" dirty="0"/>
                        <a:t> (1)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 (0)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 (0)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true (1)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Operadores</a:t>
            </a:r>
            <a:r>
              <a:rPr lang="en-US" sz="4000" b="1" u="sng" dirty="0"/>
              <a:t> </a:t>
            </a:r>
            <a:r>
              <a:rPr lang="en-US" sz="4000" b="1" u="sng" dirty="0" err="1"/>
              <a:t>Lógicos</a:t>
            </a:r>
            <a:br>
              <a:rPr lang="en-US" dirty="0"/>
            </a:br>
            <a:r>
              <a:rPr lang="en-US" sz="2800" i="1" dirty="0" err="1"/>
              <a:t>Operadores</a:t>
            </a:r>
            <a:endParaRPr lang="en-US" sz="2800" i="1" dirty="0"/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1E2663B4-CCDE-45ED-90E3-7078376A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15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07B9A7E-449A-4684-9906-498D5A9A21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7A5F941-0056-4518-9983-CBEFC44F28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503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381292" y="2207361"/>
            <a:ext cx="7990449" cy="1282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utilizar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&amp;&amp; (and), ambos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operandos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precisam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verdadeiros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para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resultado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verdadeiro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Caso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algum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dos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operandos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seja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falso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resultado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será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falso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2955234" y="3887115"/>
          <a:ext cx="6842563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2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Operandos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pt-BR" sz="16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 &amp;&amp; b (a and b)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</a:t>
                      </a:r>
                      <a:endParaRPr lang="pt-BR" sz="20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</a:t>
                      </a:r>
                      <a:endParaRPr lang="pt-BR" sz="20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true (1)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true (1)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true (1)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true (1)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 (0)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 (0)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 (0)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true (1)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 (0)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 (0)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 (0)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 (0)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Operadores</a:t>
            </a:r>
            <a:r>
              <a:rPr lang="en-US" sz="4000" b="1" u="sng" dirty="0"/>
              <a:t> </a:t>
            </a:r>
            <a:r>
              <a:rPr lang="en-US" sz="4000" b="1" u="sng" dirty="0" err="1"/>
              <a:t>Lógicos</a:t>
            </a:r>
            <a:br>
              <a:rPr lang="en-US" dirty="0"/>
            </a:br>
            <a:r>
              <a:rPr lang="en-US" sz="2800" i="1" dirty="0" err="1"/>
              <a:t>Operadores</a:t>
            </a:r>
            <a:endParaRPr lang="en-US" sz="2800" i="1" dirty="0"/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437A9AF0-93FB-4905-A5FE-BFEC18BF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16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ADD91D4-4629-4298-A534-0D0D0EF51A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E047AAD-13AD-4C56-AC7D-28C6D806C4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784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278376" y="2207361"/>
            <a:ext cx="7990449" cy="1282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utilizar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|| (or), se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qualquer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um dos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operandos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for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verdadeiro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sentença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será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verdadeira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Só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será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falsa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operandos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forem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falsos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2852318" y="3887115"/>
          <a:ext cx="6842563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2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Operandos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pt-BR" sz="16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 || b (a or b)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</a:t>
                      </a:r>
                      <a:endParaRPr lang="pt-BR" sz="20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</a:t>
                      </a:r>
                      <a:endParaRPr lang="pt-BR" sz="20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true (1)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true (1)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true (1)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true (1)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 (0)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true (1)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 (0)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true (1)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true (1)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 (0)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 (0)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 (0)</a:t>
                      </a:r>
                      <a:endParaRPr lang="pt-BR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Operadores</a:t>
            </a:r>
            <a:r>
              <a:rPr lang="en-US" sz="4000" b="1" u="sng" dirty="0"/>
              <a:t> </a:t>
            </a:r>
            <a:r>
              <a:rPr lang="en-US" sz="4000" b="1" u="sng" dirty="0" err="1"/>
              <a:t>Lógicos</a:t>
            </a:r>
            <a:br>
              <a:rPr lang="en-US" dirty="0"/>
            </a:br>
            <a:r>
              <a:rPr lang="en-US" sz="2800" i="1" dirty="0" err="1"/>
              <a:t>Operadores</a:t>
            </a:r>
            <a:endParaRPr lang="en-US" sz="2800" i="1" dirty="0"/>
          </a:p>
        </p:txBody>
      </p: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1F6112E5-5456-402D-8052-24ABA537D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17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B508F63-61C9-4A4E-9D75-43FDA0D204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756038C-C4ED-4F4D-A18B-B67D5E4C1E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764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381292" y="1901951"/>
            <a:ext cx="7990449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Prioridade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entre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: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 –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Parênteses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 –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Aritméticos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 –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Relacionais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 –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Lógicos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Condições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1 &lt; x &lt; 10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existirão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Será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necessário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utilizar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operadores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lógicos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para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interligar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as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mesmas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Ficariam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(1 &lt; x) and (x &lt; 10).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Quando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as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duas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condições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precisam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verdadeiras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para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executar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código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utiliza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-se and (&amp;&amp;).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Caso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outra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possam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verdadeiras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para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executá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-lo,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usa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-se or (||).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05426" y="374900"/>
            <a:ext cx="6566315" cy="1221640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 err="1"/>
              <a:t>Relembrando</a:t>
            </a:r>
            <a:br>
              <a:rPr lang="en-US" dirty="0"/>
            </a:br>
            <a:r>
              <a:rPr lang="en-US" sz="2800" i="1" dirty="0" err="1"/>
              <a:t>Operadores</a:t>
            </a:r>
            <a:endParaRPr lang="en-US" sz="2800" i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897A053-1634-4D18-A718-03E9516C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18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06A85FA-CEF9-4EF9-98B2-DAAB77F157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84AEC77-F417-46D1-8363-401D4EDA4C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92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pergunta">
            <a:extLst>
              <a:ext uri="{FF2B5EF4-FFF2-40B4-BE49-F238E27FC236}">
                <a16:creationId xmlns:a16="http://schemas.microsoft.com/office/drawing/2014/main" id="{CC482939-4CA7-4B5C-942A-B022C66D3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22985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016E07-6676-4D9F-84C3-0DA255F2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Obrigado pela atenção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DD0E9C-AD7C-455C-88CE-D6B4B15F3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114300" indent="0" algn="r">
              <a:buNone/>
            </a:pPr>
            <a:r>
              <a:rPr lang="pt-BR" sz="3200" u="sng" dirty="0"/>
              <a:t>contato</a:t>
            </a:r>
            <a:r>
              <a:rPr lang="pt-BR" sz="3200" dirty="0"/>
              <a:t>: felski@univali.br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F168F6-54B4-4590-9613-DC579FD2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19</a:t>
            </a:fld>
            <a:endParaRPr lang="pt-BR" dirty="0"/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19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9F42466-33B4-4D95-B47F-8A7D68770C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98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ência">
  <a:themeElements>
    <a:clrScheme name="Horizonte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ê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14491</TotalTime>
  <Words>1482</Words>
  <Application>Microsoft Office PowerPoint</Application>
  <PresentationFormat>Widescreen</PresentationFormat>
  <Paragraphs>302</Paragraphs>
  <Slides>19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Cambria</vt:lpstr>
      <vt:lpstr>Times New Roman</vt:lpstr>
      <vt:lpstr>Verdana</vt:lpstr>
      <vt:lpstr>Wingdings</vt:lpstr>
      <vt:lpstr>Adjacência</vt:lpstr>
      <vt:lpstr>Lógica e Algoritmos</vt:lpstr>
      <vt:lpstr>Operadores e Expressões Operadores</vt:lpstr>
      <vt:lpstr>Expressões Operadores</vt:lpstr>
      <vt:lpstr>Operadores Operadores</vt:lpstr>
      <vt:lpstr>Operadores Operadores</vt:lpstr>
      <vt:lpstr>Operadores Operadores</vt:lpstr>
      <vt:lpstr>Prioridade de Operadores Operadores</vt:lpstr>
      <vt:lpstr>Prioridade de Operadores Operadores</vt:lpstr>
      <vt:lpstr>Prioridade de Operadores Operadores</vt:lpstr>
      <vt:lpstr>Operadores Aritméticos Operadores</vt:lpstr>
      <vt:lpstr>Operadores Aritméticos Operadores</vt:lpstr>
      <vt:lpstr>Operadores Aritméticos Operadores</vt:lpstr>
      <vt:lpstr>Operadores Relacionais Operadores</vt:lpstr>
      <vt:lpstr>Operadores Lógicos Operadores</vt:lpstr>
      <vt:lpstr>Operadores Lógicos Operadores</vt:lpstr>
      <vt:lpstr>Operadores Lógicos Operadores</vt:lpstr>
      <vt:lpstr>Operadores Lógicos Operadores</vt:lpstr>
      <vt:lpstr>Relembrando Operadores</vt:lpstr>
      <vt:lpstr>Obrigado pela atenção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alexrese</dc:creator>
  <cp:lastModifiedBy>Thiago Pereira</cp:lastModifiedBy>
  <cp:revision>609</cp:revision>
  <dcterms:created xsi:type="dcterms:W3CDTF">2014-11-11T18:41:35Z</dcterms:created>
  <dcterms:modified xsi:type="dcterms:W3CDTF">2019-03-01T22:25:59Z</dcterms:modified>
</cp:coreProperties>
</file>