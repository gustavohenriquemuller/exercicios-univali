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60" r:id="rId1"/>
  </p:sldMasterIdLst>
  <p:notesMasterIdLst>
    <p:notesMasterId r:id="rId28"/>
  </p:notesMasterIdLst>
  <p:sldIdLst>
    <p:sldId id="256" r:id="rId2"/>
    <p:sldId id="505" r:id="rId3"/>
    <p:sldId id="506" r:id="rId4"/>
    <p:sldId id="507" r:id="rId5"/>
    <p:sldId id="508" r:id="rId6"/>
    <p:sldId id="509" r:id="rId7"/>
    <p:sldId id="510" r:id="rId8"/>
    <p:sldId id="511" r:id="rId9"/>
    <p:sldId id="512" r:id="rId10"/>
    <p:sldId id="513" r:id="rId11"/>
    <p:sldId id="514" r:id="rId12"/>
    <p:sldId id="515" r:id="rId13"/>
    <p:sldId id="516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504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359"/>
    <a:srgbClr val="FFFF99"/>
    <a:srgbClr val="242424"/>
    <a:srgbClr val="9CCCE4"/>
    <a:srgbClr val="99CC00"/>
    <a:srgbClr val="CCFF33"/>
    <a:srgbClr val="1F1F1F"/>
    <a:srgbClr val="161616"/>
    <a:srgbClr val="151515"/>
    <a:srgbClr val="645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503" autoAdjust="0"/>
  </p:normalViewPr>
  <p:slideViewPr>
    <p:cSldViewPr>
      <p:cViewPr>
        <p:scale>
          <a:sx n="125" d="100"/>
          <a:sy n="125" d="100"/>
        </p:scale>
        <p:origin x="-102" y="-7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584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Luciano Roesler Rese" userId="1bb33b6d150db90b" providerId="LiveId" clId="{6DF6F3E0-DD4F-44BC-9188-6513FC5D3B0A}"/>
  </pc:docChgLst>
  <pc:docChgLst>
    <pc:chgData userId="1bb33b6d150db90b" providerId="LiveId" clId="{F9B35A3E-3BBF-42D5-8D98-ACFDA8B42226}"/>
  </pc:docChgLst>
  <pc:docChgLst>
    <pc:chgData name="Alex Luciano Roesler Rese" userId="1bb33b6d150db90b" providerId="LiveId" clId="{5110DA3C-99ED-4B0D-B432-307948D65573}"/>
    <pc:docChg chg="undo custSel addSld delSld modSld sldOrd">
      <pc:chgData name="Alex Luciano Roesler Rese" userId="1bb33b6d150db90b" providerId="LiveId" clId="{5110DA3C-99ED-4B0D-B432-307948D65573}" dt="2018-09-13T02:38:18.653" v="137"/>
      <pc:docMkLst>
        <pc:docMk/>
      </pc:docMkLst>
    </pc:docChg>
  </pc:docChgLst>
  <pc:docChgLst>
    <pc:chgData name="Alex Luciano Roesler Rese" userId="1bb33b6d150db90b" providerId="LiveId" clId="{B12B8455-FB12-489D-BE54-0C0BEE2FFA11}"/>
    <pc:docChg chg="undo redo custSel addSld delSld modSld sldOrd">
      <pc:chgData name="Alex Luciano Roesler Rese" userId="1bb33b6d150db90b" providerId="LiveId" clId="{B12B8455-FB12-489D-BE54-0C0BEE2FFA11}" dt="2018-12-10T15:12:19.881" v="1118" actId="20577"/>
      <pc:docMkLst>
        <pc:docMk/>
      </pc:docMkLst>
      <pc:sldChg chg="modSp">
        <pc:chgData name="Alex Luciano Roesler Rese" userId="1bb33b6d150db90b" providerId="LiveId" clId="{B12B8455-FB12-489D-BE54-0C0BEE2FFA11}" dt="2018-12-10T15:10:12.043" v="1086" actId="20577"/>
        <pc:sldMkLst>
          <pc:docMk/>
          <pc:sldMk cId="3218115137" sldId="256"/>
        </pc:sldMkLst>
        <pc:spChg chg="mod">
          <ac:chgData name="Alex Luciano Roesler Rese" userId="1bb33b6d150db90b" providerId="LiveId" clId="{B12B8455-FB12-489D-BE54-0C0BEE2FFA11}" dt="2018-12-10T15:10:12.043" v="1086" actId="20577"/>
          <ac:spMkLst>
            <pc:docMk/>
            <pc:sldMk cId="3218115137" sldId="256"/>
            <ac:spMk id="3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1:55.596" v="1112" actId="20577"/>
        <pc:sldMkLst>
          <pc:docMk/>
          <pc:sldMk cId="954850637" sldId="377"/>
        </pc:sldMkLst>
        <pc:spChg chg="mod">
          <ac:chgData name="Alex Luciano Roesler Rese" userId="1bb33b6d150db90b" providerId="LiveId" clId="{B12B8455-FB12-489D-BE54-0C0BEE2FFA11}" dt="2018-12-10T15:11:55.596" v="1112" actId="20577"/>
          <ac:spMkLst>
            <pc:docMk/>
            <pc:sldMk cId="954850637" sldId="37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1:57:02.391" v="106" actId="20577"/>
          <ac:spMkLst>
            <pc:docMk/>
            <pc:sldMk cId="954850637" sldId="377"/>
            <ac:spMk id="10" creationId="{00000000-0000-0000-0000-000000000000}"/>
          </ac:spMkLst>
        </pc:spChg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3220328467" sldId="384"/>
        </pc:sldMkLst>
      </pc:sldChg>
      <pc:sldChg chg="modSp add del">
        <pc:chgData name="Alex Luciano Roesler Rese" userId="1bb33b6d150db90b" providerId="LiveId" clId="{B12B8455-FB12-489D-BE54-0C0BEE2FFA11}" dt="2018-12-10T15:03:50.280" v="939" actId="2696"/>
        <pc:sldMkLst>
          <pc:docMk/>
          <pc:sldMk cId="2384458266" sldId="466"/>
        </pc:sldMkLst>
        <pc:spChg chg="mod">
          <ac:chgData name="Alex Luciano Roesler Rese" userId="1bb33b6d150db90b" providerId="LiveId" clId="{B12B8455-FB12-489D-BE54-0C0BEE2FFA11}" dt="2018-12-10T12:18:24.557" v="325" actId="20577"/>
          <ac:spMkLst>
            <pc:docMk/>
            <pc:sldMk cId="2384458266" sldId="466"/>
            <ac:spMk id="10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2:04.417" v="1113" actId="20577"/>
        <pc:sldMkLst>
          <pc:docMk/>
          <pc:sldMk cId="601051517" sldId="467"/>
        </pc:sldMkLst>
        <pc:spChg chg="mod">
          <ac:chgData name="Alex Luciano Roesler Rese" userId="1bb33b6d150db90b" providerId="LiveId" clId="{B12B8455-FB12-489D-BE54-0C0BEE2FFA11}" dt="2018-12-10T15:12:04.417" v="1113" actId="20577"/>
          <ac:spMkLst>
            <pc:docMk/>
            <pc:sldMk cId="601051517" sldId="46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20:30.631" v="333" actId="20577"/>
          <ac:spMkLst>
            <pc:docMk/>
            <pc:sldMk cId="601051517" sldId="467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13.329" v="7" actId="2696"/>
        <pc:sldMkLst>
          <pc:docMk/>
          <pc:sldMk cId="2012669873" sldId="468"/>
        </pc:sldMkLst>
      </pc:sldChg>
      <pc:sldChg chg="del">
        <pc:chgData name="Alex Luciano Roesler Rese" userId="1bb33b6d150db90b" providerId="LiveId" clId="{B12B8455-FB12-489D-BE54-0C0BEE2FFA11}" dt="2018-12-10T11:56:18.746" v="82" actId="2696"/>
        <pc:sldMkLst>
          <pc:docMk/>
          <pc:sldMk cId="2444174353" sldId="469"/>
        </pc:sldMkLst>
      </pc:sldChg>
      <pc:sldChg chg="modSp">
        <pc:chgData name="Alex Luciano Roesler Rese" userId="1bb33b6d150db90b" providerId="LiveId" clId="{B12B8455-FB12-489D-BE54-0C0BEE2FFA11}" dt="2018-12-10T15:12:08.737" v="1114" actId="20577"/>
        <pc:sldMkLst>
          <pc:docMk/>
          <pc:sldMk cId="2049036579" sldId="470"/>
        </pc:sldMkLst>
        <pc:spChg chg="mod">
          <ac:chgData name="Alex Luciano Roesler Rese" userId="1bb33b6d150db90b" providerId="LiveId" clId="{B12B8455-FB12-489D-BE54-0C0BEE2FFA11}" dt="2018-12-10T15:12:08.737" v="1114" actId="20577"/>
          <ac:spMkLst>
            <pc:docMk/>
            <pc:sldMk cId="2049036579" sldId="470"/>
            <ac:spMk id="2" creationId="{00000000-0000-0000-0000-000000000000}"/>
          </ac:spMkLst>
        </pc:spChg>
      </pc:sldChg>
      <pc:sldChg chg="modSp add del">
        <pc:chgData name="Alex Luciano Roesler Rese" userId="1bb33b6d150db90b" providerId="LiveId" clId="{B12B8455-FB12-489D-BE54-0C0BEE2FFA11}" dt="2018-12-10T12:33:59.664" v="334" actId="2696"/>
        <pc:sldMkLst>
          <pc:docMk/>
          <pc:sldMk cId="740630829" sldId="471"/>
        </pc:sldMkLst>
        <pc:spChg chg="mod">
          <ac:chgData name="Alex Luciano Roesler Rese" userId="1bb33b6d150db90b" providerId="LiveId" clId="{B12B8455-FB12-489D-BE54-0C0BEE2FFA11}" dt="2018-12-10T11:56:36.585" v="87" actId="2696"/>
          <ac:spMkLst>
            <pc:docMk/>
            <pc:sldMk cId="740630829" sldId="471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37.903" v="8" actId="2696"/>
        <pc:sldMkLst>
          <pc:docMk/>
          <pc:sldMk cId="1294230079" sldId="471"/>
        </pc:sldMkLst>
      </pc:sldChg>
      <pc:sldChg chg="modSp add ord">
        <pc:chgData name="Alex Luciano Roesler Rese" userId="1bb33b6d150db90b" providerId="LiveId" clId="{B12B8455-FB12-489D-BE54-0C0BEE2FFA11}" dt="2018-12-10T12:00:05.943" v="232" actId="20577"/>
        <pc:sldMkLst>
          <pc:docMk/>
          <pc:sldMk cId="3555348269" sldId="472"/>
        </pc:sldMkLst>
        <pc:spChg chg="mod">
          <ac:chgData name="Alex Luciano Roesler Rese" userId="1bb33b6d150db90b" providerId="LiveId" clId="{B12B8455-FB12-489D-BE54-0C0BEE2FFA11}" dt="2018-12-10T11:57:52.949" v="126" actId="20577"/>
          <ac:spMkLst>
            <pc:docMk/>
            <pc:sldMk cId="3555348269" sldId="472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00:02.382" v="231" actId="20577"/>
          <ac:spMkLst>
            <pc:docMk/>
            <pc:sldMk cId="3555348269" sldId="472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208" v="38" actId="2696"/>
        <pc:sldMkLst>
          <pc:docMk/>
          <pc:sldMk cId="4150582811" sldId="472"/>
        </pc:sldMkLst>
      </pc:sldChg>
      <pc:sldChg chg="add del">
        <pc:chgData name="Alex Luciano Roesler Rese" userId="1bb33b6d150db90b" providerId="LiveId" clId="{B12B8455-FB12-489D-BE54-0C0BEE2FFA11}" dt="2018-12-10T11:56:54.897" v="102" actId="20577"/>
        <pc:sldMkLst>
          <pc:docMk/>
          <pc:sldMk cId="1231562481" sldId="473"/>
        </pc:sldMkLst>
      </pc:sldChg>
      <pc:sldChg chg="addSp modSp add">
        <pc:chgData name="Alex Luciano Roesler Rese" userId="1bb33b6d150db90b" providerId="LiveId" clId="{B12B8455-FB12-489D-BE54-0C0BEE2FFA11}" dt="2018-12-10T12:47:27.359" v="465" actId="115"/>
        <pc:sldMkLst>
          <pc:docMk/>
          <pc:sldMk cId="1285667598" sldId="473"/>
        </pc:sldMkLst>
        <pc:spChg chg="mod">
          <ac:chgData name="Alex Luciano Roesler Rese" userId="1bb33b6d150db90b" providerId="LiveId" clId="{B12B8455-FB12-489D-BE54-0C0BEE2FFA11}" dt="2018-12-10T12:13:48.986" v="257" actId="20577"/>
          <ac:spMkLst>
            <pc:docMk/>
            <pc:sldMk cId="1285667598" sldId="47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2:47:27.359" v="465" actId="115"/>
          <ac:spMkLst>
            <pc:docMk/>
            <pc:sldMk cId="1285667598" sldId="473"/>
            <ac:spMk id="9" creationId="{D3EBC79A-D115-4A81-BA76-9EA234E78F7E}"/>
          </ac:spMkLst>
        </pc:spChg>
        <pc:spChg chg="mod">
          <ac:chgData name="Alex Luciano Roesler Rese" userId="1bb33b6d150db90b" providerId="LiveId" clId="{B12B8455-FB12-489D-BE54-0C0BEE2FFA11}" dt="2018-12-10T12:13:39.631" v="245" actId="20577"/>
          <ac:spMkLst>
            <pc:docMk/>
            <pc:sldMk cId="1285667598" sldId="473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865" v="39" actId="2696"/>
        <pc:sldMkLst>
          <pc:docMk/>
          <pc:sldMk cId="3164557332" sldId="473"/>
        </pc:sldMkLst>
      </pc:sldChg>
      <pc:sldChg chg="del">
        <pc:chgData name="Alex Luciano Roesler Rese" userId="1bb33b6d150db90b" providerId="LiveId" clId="{B12B8455-FB12-489D-BE54-0C0BEE2FFA11}" dt="2018-12-10T10:57:56.515" v="9" actId="2696"/>
        <pc:sldMkLst>
          <pc:docMk/>
          <pc:sldMk cId="2502347641" sldId="474"/>
        </pc:sldMkLst>
      </pc:sldChg>
      <pc:sldChg chg="addSp delSp modSp add ord">
        <pc:chgData name="Alex Luciano Roesler Rese" userId="1bb33b6d150db90b" providerId="LiveId" clId="{B12B8455-FB12-489D-BE54-0C0BEE2FFA11}" dt="2018-12-10T15:10:35.423" v="1099" actId="20577"/>
        <pc:sldMkLst>
          <pc:docMk/>
          <pc:sldMk cId="4265120270" sldId="474"/>
        </pc:sldMkLst>
        <pc:spChg chg="mod">
          <ac:chgData name="Alex Luciano Roesler Rese" userId="1bb33b6d150db90b" providerId="LiveId" clId="{B12B8455-FB12-489D-BE54-0C0BEE2FFA11}" dt="2018-12-10T15:10:35.423" v="1099" actId="20577"/>
          <ac:spMkLst>
            <pc:docMk/>
            <pc:sldMk cId="4265120270" sldId="474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5:08:00.334" v="1060" actId="20577"/>
          <ac:spMkLst>
            <pc:docMk/>
            <pc:sldMk cId="4265120270" sldId="474"/>
            <ac:spMk id="10" creationId="{00000000-0000-0000-0000-000000000000}"/>
          </ac:spMkLst>
        </pc:spChg>
        <pc:graphicFrameChg chg="add del">
          <ac:chgData name="Alex Luciano Roesler Rese" userId="1bb33b6d150db90b" providerId="LiveId" clId="{B12B8455-FB12-489D-BE54-0C0BEE2FFA11}" dt="2018-12-10T15:01:40.295" v="764" actId="20577"/>
          <ac:graphicFrameMkLst>
            <pc:docMk/>
            <pc:sldMk cId="4265120270" sldId="474"/>
            <ac:graphicFrameMk id="3" creationId="{CE2D2345-6DBC-4526-B099-958448EDF95F}"/>
          </ac:graphicFrameMkLst>
        </pc:graphicFrameChg>
        <pc:graphicFrameChg chg="add del">
          <ac:chgData name="Alex Luciano Roesler Rese" userId="1bb33b6d150db90b" providerId="LiveId" clId="{B12B8455-FB12-489D-BE54-0C0BEE2FFA11}" dt="2018-12-10T15:04:34.554" v="943" actId="20577"/>
          <ac:graphicFrameMkLst>
            <pc:docMk/>
            <pc:sldMk cId="4265120270" sldId="474"/>
            <ac:graphicFrameMk id="7" creationId="{49FD07D5-FF40-4C1B-A138-7E01680CE885}"/>
          </ac:graphicFrameMkLst>
        </pc:graphicFrameChg>
        <pc:cxnChg chg="mod">
          <ac:chgData name="Alex Luciano Roesler Rese" userId="1bb33b6d150db90b" providerId="LiveId" clId="{B12B8455-FB12-489D-BE54-0C0BEE2FFA11}" dt="2018-12-10T15:01:59.126" v="769" actId="1036"/>
          <ac:cxnSpMkLst>
            <pc:docMk/>
            <pc:sldMk cId="4265120270" sldId="474"/>
            <ac:cxnSpMk id="5" creationId="{00000000-0000-0000-0000-000000000000}"/>
          </ac:cxnSpMkLst>
        </pc:cxnChg>
      </pc:sldChg>
      <pc:sldChg chg="del">
        <pc:chgData name="Alex Luciano Roesler Rese" userId="1bb33b6d150db90b" providerId="LiveId" clId="{B12B8455-FB12-489D-BE54-0C0BEE2FFA11}" dt="2018-12-10T10:57:57.323" v="10" actId="2696"/>
        <pc:sldMkLst>
          <pc:docMk/>
          <pc:sldMk cId="1752540348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959310369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627188555" sldId="476"/>
        </pc:sldMkLst>
      </pc:sldChg>
      <pc:sldChg chg="del">
        <pc:chgData name="Alex Luciano Roesler Rese" userId="1bb33b6d150db90b" providerId="LiveId" clId="{B12B8455-FB12-489D-BE54-0C0BEE2FFA11}" dt="2018-12-10T10:57:58.321" v="11" actId="2696"/>
        <pc:sldMkLst>
          <pc:docMk/>
          <pc:sldMk cId="3275135351" sldId="476"/>
        </pc:sldMkLst>
      </pc:sldChg>
      <pc:sldChg chg="del">
        <pc:chgData name="Alex Luciano Roesler Rese" userId="1bb33b6d150db90b" providerId="LiveId" clId="{B12B8455-FB12-489D-BE54-0C0BEE2FFA11}" dt="2018-12-10T10:57:58.890" v="12" actId="2696"/>
        <pc:sldMkLst>
          <pc:docMk/>
          <pc:sldMk cId="1460720815" sldId="477"/>
        </pc:sldMkLst>
      </pc:sldChg>
      <pc:sldChg chg="add ord">
        <pc:chgData name="Alex Luciano Roesler Rese" userId="1bb33b6d150db90b" providerId="LiveId" clId="{B12B8455-FB12-489D-BE54-0C0BEE2FFA11}" dt="2018-12-10T13:32:47.595" v="470" actId="20577"/>
        <pc:sldMkLst>
          <pc:docMk/>
          <pc:sldMk cId="3221541166" sldId="477"/>
        </pc:sldMkLst>
      </pc:sldChg>
      <pc:sldChg chg="del">
        <pc:chgData name="Alex Luciano Roesler Rese" userId="1bb33b6d150db90b" providerId="LiveId" clId="{B12B8455-FB12-489D-BE54-0C0BEE2FFA11}" dt="2018-12-10T10:58:05.099" v="13" actId="2696"/>
        <pc:sldMkLst>
          <pc:docMk/>
          <pc:sldMk cId="192996912" sldId="47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65508290" sldId="478"/>
        </pc:sldMkLst>
      </pc:sldChg>
      <pc:sldChg chg="del">
        <pc:chgData name="Alex Luciano Roesler Rese" userId="1bb33b6d150db90b" providerId="LiveId" clId="{B12B8455-FB12-489D-BE54-0C0BEE2FFA11}" dt="2018-12-10T10:58:06.616" v="14" actId="2696"/>
        <pc:sldMkLst>
          <pc:docMk/>
          <pc:sldMk cId="601416813" sldId="47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79496617" sldId="479"/>
        </pc:sldMkLst>
      </pc:sldChg>
      <pc:sldChg chg="del">
        <pc:chgData name="Alex Luciano Roesler Rese" userId="1bb33b6d150db90b" providerId="LiveId" clId="{B12B8455-FB12-489D-BE54-0C0BEE2FFA11}" dt="2018-12-10T10:58:18.098" v="15" actId="2696"/>
        <pc:sldMkLst>
          <pc:docMk/>
          <pc:sldMk cId="172323319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05628214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47488327" sldId="481"/>
        </pc:sldMkLst>
      </pc:sldChg>
      <pc:sldChg chg="del">
        <pc:chgData name="Alex Luciano Roesler Rese" userId="1bb33b6d150db90b" providerId="LiveId" clId="{B12B8455-FB12-489D-BE54-0C0BEE2FFA11}" dt="2018-12-10T10:58:19.951" v="16" actId="2696"/>
        <pc:sldMkLst>
          <pc:docMk/>
          <pc:sldMk cId="3199683894" sldId="481"/>
        </pc:sldMkLst>
      </pc:sldChg>
      <pc:sldChg chg="del">
        <pc:chgData name="Alex Luciano Roesler Rese" userId="1bb33b6d150db90b" providerId="LiveId" clId="{B12B8455-FB12-489D-BE54-0C0BEE2FFA11}" dt="2018-12-10T10:58:20.949" v="17" actId="2696"/>
        <pc:sldMkLst>
          <pc:docMk/>
          <pc:sldMk cId="658026775" sldId="482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413112582" sldId="482"/>
        </pc:sldMkLst>
      </pc:sldChg>
      <pc:sldChg chg="del">
        <pc:chgData name="Alex Luciano Roesler Rese" userId="1bb33b6d150db90b" providerId="LiveId" clId="{B12B8455-FB12-489D-BE54-0C0BEE2FFA11}" dt="2018-12-10T10:58:25.670" v="18" actId="2696"/>
        <pc:sldMkLst>
          <pc:docMk/>
          <pc:sldMk cId="180293900" sldId="483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94047232" sldId="483"/>
        </pc:sldMkLst>
      </pc:sldChg>
      <pc:sldChg chg="del">
        <pc:chgData name="Alex Luciano Roesler Rese" userId="1bb33b6d150db90b" providerId="LiveId" clId="{B12B8455-FB12-489D-BE54-0C0BEE2FFA11}" dt="2018-12-10T10:58:26.155" v="19" actId="2696"/>
        <pc:sldMkLst>
          <pc:docMk/>
          <pc:sldMk cId="9530993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907320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845136945" sldId="485"/>
        </pc:sldMkLst>
      </pc:sldChg>
      <pc:sldChg chg="del">
        <pc:chgData name="Alex Luciano Roesler Rese" userId="1bb33b6d150db90b" providerId="LiveId" clId="{B12B8455-FB12-489D-BE54-0C0BEE2FFA11}" dt="2018-12-10T10:58:26.696" v="20" actId="2696"/>
        <pc:sldMkLst>
          <pc:docMk/>
          <pc:sldMk cId="3692363374" sldId="485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768096179" sldId="486"/>
        </pc:sldMkLst>
      </pc:sldChg>
      <pc:sldChg chg="del">
        <pc:chgData name="Alex Luciano Roesler Rese" userId="1bb33b6d150db90b" providerId="LiveId" clId="{B12B8455-FB12-489D-BE54-0C0BEE2FFA11}" dt="2018-12-10T10:58:27.250" v="21" actId="2696"/>
        <pc:sldMkLst>
          <pc:docMk/>
          <pc:sldMk cId="2527958681" sldId="486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384023659" sldId="487"/>
        </pc:sldMkLst>
      </pc:sldChg>
      <pc:sldChg chg="del">
        <pc:chgData name="Alex Luciano Roesler Rese" userId="1bb33b6d150db90b" providerId="LiveId" clId="{B12B8455-FB12-489D-BE54-0C0BEE2FFA11}" dt="2018-12-10T10:58:28.262" v="22" actId="2696"/>
        <pc:sldMkLst>
          <pc:docMk/>
          <pc:sldMk cId="3999326929" sldId="487"/>
        </pc:sldMkLst>
      </pc:sldChg>
      <pc:sldChg chg="del">
        <pc:chgData name="Alex Luciano Roesler Rese" userId="1bb33b6d150db90b" providerId="LiveId" clId="{B12B8455-FB12-489D-BE54-0C0BEE2FFA11}" dt="2018-12-10T10:58:31.870" v="23" actId="2696"/>
        <pc:sldMkLst>
          <pc:docMk/>
          <pc:sldMk cId="1987481494" sldId="48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22643369" sldId="488"/>
        </pc:sldMkLst>
      </pc:sldChg>
      <pc:sldChg chg="del">
        <pc:chgData name="Alex Luciano Roesler Rese" userId="1bb33b6d150db90b" providerId="LiveId" clId="{B12B8455-FB12-489D-BE54-0C0BEE2FFA11}" dt="2018-12-10T10:58:36.177" v="24" actId="2696"/>
        <pc:sldMkLst>
          <pc:docMk/>
          <pc:sldMk cId="1651990091" sldId="48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646438057" sldId="489"/>
        </pc:sldMkLst>
      </pc:sldChg>
      <pc:sldChg chg="del">
        <pc:chgData name="Alex Luciano Roesler Rese" userId="1bb33b6d150db90b" providerId="LiveId" clId="{B12B8455-FB12-489D-BE54-0C0BEE2FFA11}" dt="2018-12-10T10:58:36.966" v="25" actId="2696"/>
        <pc:sldMkLst>
          <pc:docMk/>
          <pc:sldMk cId="578648277" sldId="49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18492245" sldId="490"/>
        </pc:sldMkLst>
      </pc:sldChg>
      <pc:sldChg chg="add del">
        <pc:chgData name="Alex Luciano Roesler Rese" userId="1bb33b6d150db90b" providerId="LiveId" clId="{B12B8455-FB12-489D-BE54-0C0BEE2FFA11}" dt="2018-12-10T13:52:28.417" v="472" actId="2696"/>
        <pc:sldMkLst>
          <pc:docMk/>
          <pc:sldMk cId="2721161314" sldId="491"/>
        </pc:sldMkLst>
      </pc:sldChg>
      <pc:sldChg chg="add">
        <pc:chgData name="Alex Luciano Roesler Rese" userId="1bb33b6d150db90b" providerId="LiveId" clId="{B12B8455-FB12-489D-BE54-0C0BEE2FFA11}" dt="2018-12-10T13:54:05.251" v="473" actId="20577"/>
        <pc:sldMkLst>
          <pc:docMk/>
          <pc:sldMk cId="3502869783" sldId="491"/>
        </pc:sldMkLst>
      </pc:sldChg>
      <pc:sldChg chg="del">
        <pc:chgData name="Alex Luciano Roesler Rese" userId="1bb33b6d150db90b" providerId="LiveId" clId="{B12B8455-FB12-489D-BE54-0C0BEE2FFA11}" dt="2018-12-10T10:58:37.597" v="26" actId="2696"/>
        <pc:sldMkLst>
          <pc:docMk/>
          <pc:sldMk cId="3740664446" sldId="491"/>
        </pc:sldMkLst>
      </pc:sldChg>
      <pc:sldChg chg="del">
        <pc:chgData name="Alex Luciano Roesler Rese" userId="1bb33b6d150db90b" providerId="LiveId" clId="{B12B8455-FB12-489D-BE54-0C0BEE2FFA11}" dt="2018-12-10T10:58:38.051" v="27" actId="2696"/>
        <pc:sldMkLst>
          <pc:docMk/>
          <pc:sldMk cId="154452249" sldId="492"/>
        </pc:sldMkLst>
      </pc:sldChg>
      <pc:sldChg chg="modSp add del">
        <pc:chgData name="Alex Luciano Roesler Rese" userId="1bb33b6d150db90b" providerId="LiveId" clId="{B12B8455-FB12-489D-BE54-0C0BEE2FFA11}" dt="2018-12-10T14:04:17.817" v="572" actId="2696"/>
        <pc:sldMkLst>
          <pc:docMk/>
          <pc:sldMk cId="1123111431" sldId="492"/>
        </pc:sldMkLst>
        <pc:spChg chg="mod">
          <ac:chgData name="Alex Luciano Roesler Rese" userId="1bb33b6d150db90b" providerId="LiveId" clId="{B12B8455-FB12-489D-BE54-0C0BEE2FFA11}" dt="2018-12-10T14:02:05.902" v="511" actId="255"/>
          <ac:spMkLst>
            <pc:docMk/>
            <pc:sldMk cId="1123111431" sldId="492"/>
            <ac:spMk id="10" creationId="{00000000-0000-0000-0000-000000000000}"/>
          </ac:spMkLst>
        </pc:spChg>
      </pc:sldChg>
      <pc:sldChg chg="addSp modSp add">
        <pc:chgData name="Alex Luciano Roesler Rese" userId="1bb33b6d150db90b" providerId="LiveId" clId="{B12B8455-FB12-489D-BE54-0C0BEE2FFA11}" dt="2018-12-10T15:12:19.881" v="1118" actId="20577"/>
        <pc:sldMkLst>
          <pc:docMk/>
          <pc:sldMk cId="3456107930" sldId="493"/>
        </pc:sldMkLst>
        <pc:spChg chg="mod">
          <ac:chgData name="Alex Luciano Roesler Rese" userId="1bb33b6d150db90b" providerId="LiveId" clId="{B12B8455-FB12-489D-BE54-0C0BEE2FFA11}" dt="2018-12-10T15:12:19.881" v="1118" actId="20577"/>
          <ac:spMkLst>
            <pc:docMk/>
            <pc:sldMk cId="3456107930" sldId="49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4:04:03.693" v="571" actId="207"/>
          <ac:spMkLst>
            <pc:docMk/>
            <pc:sldMk cId="3456107930" sldId="493"/>
            <ac:spMk id="3" creationId="{DAF45F9C-8699-4D47-B839-C8994114018A}"/>
          </ac:spMkLst>
        </pc:spChg>
        <pc:spChg chg="mod">
          <ac:chgData name="Alex Luciano Roesler Rese" userId="1bb33b6d150db90b" providerId="LiveId" clId="{B12B8455-FB12-489D-BE54-0C0BEE2FFA11}" dt="2018-12-10T14:02:46.972" v="547" actId="20577"/>
          <ac:spMkLst>
            <pc:docMk/>
            <pc:sldMk cId="3456107930" sldId="493"/>
            <ac:spMk id="10" creationId="{00000000-0000-0000-0000-000000000000}"/>
          </ac:spMkLst>
        </pc:spChg>
      </pc:sldChg>
      <pc:sldChg chg="addSp delSp modSp add">
        <pc:chgData name="Alex Luciano Roesler Rese" userId="1bb33b6d150db90b" providerId="LiveId" clId="{B12B8455-FB12-489D-BE54-0C0BEE2FFA11}" dt="2018-12-10T14:16:53.834" v="754" actId="692"/>
        <pc:sldMkLst>
          <pc:docMk/>
          <pc:sldMk cId="116145744" sldId="494"/>
        </pc:sldMkLst>
        <pc:spChg chg="add mod">
          <ac:chgData name="Alex Luciano Roesler Rese" userId="1bb33b6d150db90b" providerId="LiveId" clId="{B12B8455-FB12-489D-BE54-0C0BEE2FFA11}" dt="2018-12-10T14:09:51.127" v="662" actId="1037"/>
          <ac:spMkLst>
            <pc:docMk/>
            <pc:sldMk cId="116145744" sldId="494"/>
            <ac:spMk id="7" creationId="{6EEE9DE4-C71D-4CD7-BC9A-42A672732940}"/>
          </ac:spMkLst>
        </pc:spChg>
        <pc:spChg chg="add del mod">
          <ac:chgData name="Alex Luciano Roesler Rese" userId="1bb33b6d150db90b" providerId="LiveId" clId="{B12B8455-FB12-489D-BE54-0C0BEE2FFA11}" dt="2018-12-10T14:06:58.437" v="617" actId="11529"/>
          <ac:spMkLst>
            <pc:docMk/>
            <pc:sldMk cId="116145744" sldId="494"/>
            <ac:spMk id="8" creationId="{D225811C-2338-495E-B8E4-5F4510010C03}"/>
          </ac:spMkLst>
        </pc:spChg>
        <pc:spChg chg="add del mod">
          <ac:chgData name="Alex Luciano Roesler Rese" userId="1bb33b6d150db90b" providerId="LiveId" clId="{B12B8455-FB12-489D-BE54-0C0BEE2FFA11}" dt="2018-12-10T14:07:21.610" v="621" actId="11529"/>
          <ac:spMkLst>
            <pc:docMk/>
            <pc:sldMk cId="116145744" sldId="494"/>
            <ac:spMk id="9" creationId="{545CFE22-8331-4A8C-AEB2-ED18CC7A99F6}"/>
          </ac:spMkLst>
        </pc:spChg>
        <pc:spChg chg="mod">
          <ac:chgData name="Alex Luciano Roesler Rese" userId="1bb33b6d150db90b" providerId="LiveId" clId="{B12B8455-FB12-489D-BE54-0C0BEE2FFA11}" dt="2018-12-10T14:09:25.438" v="644" actId="12"/>
          <ac:spMkLst>
            <pc:docMk/>
            <pc:sldMk cId="116145744" sldId="494"/>
            <ac:spMk id="10" creationId="{00000000-0000-0000-0000-000000000000}"/>
          </ac:spMkLst>
        </pc:spChg>
        <pc:spChg chg="add del mod">
          <ac:chgData name="Alex Luciano Roesler Rese" userId="1bb33b6d150db90b" providerId="LiveId" clId="{B12B8455-FB12-489D-BE54-0C0BEE2FFA11}" dt="2018-12-10T14:07:32.554" v="623" actId="11529"/>
          <ac:spMkLst>
            <pc:docMk/>
            <pc:sldMk cId="116145744" sldId="494"/>
            <ac:spMk id="11" creationId="{99330FC9-7589-40DE-9591-D3DCBC5ACBF8}"/>
          </ac:spMkLst>
        </pc:spChg>
        <pc:spChg chg="add del mod">
          <ac:chgData name="Alex Luciano Roesler Rese" userId="1bb33b6d150db90b" providerId="LiveId" clId="{B12B8455-FB12-489D-BE54-0C0BEE2FFA11}" dt="2018-12-10T14:16:35.042" v="747" actId="478"/>
          <ac:spMkLst>
            <pc:docMk/>
            <pc:sldMk cId="116145744" sldId="494"/>
            <ac:spMk id="14" creationId="{0D04A291-2DAC-4241-8710-4F2AE72645F0}"/>
          </ac:spMkLst>
        </pc:spChg>
        <pc:spChg chg="add del mod">
          <ac:chgData name="Alex Luciano Roesler Rese" userId="1bb33b6d150db90b" providerId="LiveId" clId="{B12B8455-FB12-489D-BE54-0C0BEE2FFA11}" dt="2018-12-10T14:09:22.323" v="643" actId="692"/>
          <ac:spMkLst>
            <pc:docMk/>
            <pc:sldMk cId="116145744" sldId="494"/>
            <ac:spMk id="15" creationId="{707527F7-4F4D-4A96-9CBD-31F63AF4C7F9}"/>
          </ac:spMkLst>
        </pc:spChg>
        <pc:spChg chg="add mod">
          <ac:chgData name="Alex Luciano Roesler Rese" userId="1bb33b6d150db90b" providerId="LiveId" clId="{B12B8455-FB12-489D-BE54-0C0BEE2FFA11}" dt="2018-12-10T14:09:43.381" v="656" actId="1035"/>
          <ac:spMkLst>
            <pc:docMk/>
            <pc:sldMk cId="116145744" sldId="494"/>
            <ac:spMk id="16" creationId="{5F25AFA7-B0B9-4A9B-BA9F-9BDC56A2E486}"/>
          </ac:spMkLst>
        </pc:spChg>
        <pc:spChg chg="add del mod">
          <ac:chgData name="Alex Luciano Roesler Rese" userId="1bb33b6d150db90b" providerId="LiveId" clId="{B12B8455-FB12-489D-BE54-0C0BEE2FFA11}" dt="2018-12-10T14:16:53.834" v="754" actId="692"/>
          <ac:spMkLst>
            <pc:docMk/>
            <pc:sldMk cId="116145744" sldId="494"/>
            <ac:spMk id="19" creationId="{3A137614-4375-4D96-BB83-577530693EC2}"/>
          </ac:spMkLst>
        </pc:spChg>
        <pc:spChg chg="add mod">
          <ac:chgData name="Alex Luciano Roesler Rese" userId="1bb33b6d150db90b" providerId="LiveId" clId="{B12B8455-FB12-489D-BE54-0C0BEE2FFA11}" dt="2018-12-10T14:16:40.849" v="749" actId="1036"/>
          <ac:spMkLst>
            <pc:docMk/>
            <pc:sldMk cId="116145744" sldId="494"/>
            <ac:spMk id="20" creationId="{CD4C1B41-B9A1-4229-BB58-2A6513C19C0A}"/>
          </ac:spMkLst>
        </pc:spChg>
        <pc:spChg chg="add del">
          <ac:chgData name="Alex Luciano Roesler Rese" userId="1bb33b6d150db90b" providerId="LiveId" clId="{B12B8455-FB12-489D-BE54-0C0BEE2FFA11}" dt="2018-12-10T14:16:46.375" v="752" actId="692"/>
          <ac:spMkLst>
            <pc:docMk/>
            <pc:sldMk cId="116145744" sldId="494"/>
            <ac:spMk id="21" creationId="{F6BF785D-7E58-44BE-903E-B48670255B2A}"/>
          </ac:spMkLst>
        </pc:spChg>
        <pc:cxnChg chg="add del mod">
          <ac:chgData name="Alex Luciano Roesler Rese" userId="1bb33b6d150db90b" providerId="LiveId" clId="{B12B8455-FB12-489D-BE54-0C0BEE2FFA11}" dt="2018-12-10T14:10:53.088" v="673" actId="478"/>
          <ac:cxnSpMkLst>
            <pc:docMk/>
            <pc:sldMk cId="116145744" sldId="494"/>
            <ac:cxnSpMk id="18" creationId="{0F48C8D2-FBDA-418D-A49D-B5C64B51E366}"/>
          </ac:cxnSpMkLst>
        </pc:cxnChg>
      </pc:sldChg>
      <pc:sldChg chg="del">
        <pc:chgData name="Alex Luciano Roesler Rese" userId="1bb33b6d150db90b" providerId="LiveId" clId="{B12B8455-FB12-489D-BE54-0C0BEE2FFA11}" dt="2018-12-10T10:58:39.553" v="28" actId="2696"/>
        <pc:sldMkLst>
          <pc:docMk/>
          <pc:sldMk cId="4149757821" sldId="494"/>
        </pc:sldMkLst>
      </pc:sldChg>
      <pc:sldChg chg="addSp delSp modSp add">
        <pc:chgData name="Alex Luciano Roesler Rese" userId="1bb33b6d150db90b" providerId="LiveId" clId="{B12B8455-FB12-489D-BE54-0C0BEE2FFA11}" dt="2018-12-10T14:16:28.747" v="746" actId="1036"/>
        <pc:sldMkLst>
          <pc:docMk/>
          <pc:sldMk cId="520830775" sldId="495"/>
        </pc:sldMkLst>
        <pc:spChg chg="mod">
          <ac:chgData name="Alex Luciano Roesler Rese" userId="1bb33b6d150db90b" providerId="LiveId" clId="{B12B8455-FB12-489D-BE54-0C0BEE2FFA11}" dt="2018-12-10T14:11:53.107" v="690" actId="20577"/>
          <ac:spMkLst>
            <pc:docMk/>
            <pc:sldMk cId="520830775" sldId="495"/>
            <ac:spMk id="10" creationId="{00000000-0000-0000-0000-000000000000}"/>
          </ac:spMkLst>
        </pc:spChg>
        <pc:spChg chg="del">
          <ac:chgData name="Alex Luciano Roesler Rese" userId="1bb33b6d150db90b" providerId="LiveId" clId="{B12B8455-FB12-489D-BE54-0C0BEE2FFA11}" dt="2018-12-10T14:16:20.503" v="744" actId="478"/>
          <ac:spMkLst>
            <pc:docMk/>
            <pc:sldMk cId="520830775" sldId="495"/>
            <ac:spMk id="14" creationId="{0D04A291-2DAC-4241-8710-4F2AE72645F0}"/>
          </ac:spMkLst>
        </pc:spChg>
        <pc:spChg chg="add mod">
          <ac:chgData name="Alex Luciano Roesler Rese" userId="1bb33b6d150db90b" providerId="LiveId" clId="{B12B8455-FB12-489D-BE54-0C0BEE2FFA11}" dt="2018-12-10T14:16:28.747" v="746" actId="1036"/>
          <ac:spMkLst>
            <pc:docMk/>
            <pc:sldMk cId="520830775" sldId="495"/>
            <ac:spMk id="15" creationId="{8EDA118D-D087-4A84-B9AF-A1B651642EF0}"/>
          </ac:spMkLst>
        </pc:spChg>
      </pc:sldChg>
      <pc:sldChg chg="del">
        <pc:chgData name="Alex Luciano Roesler Rese" userId="1bb33b6d150db90b" providerId="LiveId" clId="{B12B8455-FB12-489D-BE54-0C0BEE2FFA11}" dt="2018-12-10T10:58:40.259" v="29" actId="2696"/>
        <pc:sldMkLst>
          <pc:docMk/>
          <pc:sldMk cId="1340615095" sldId="495"/>
        </pc:sldMkLst>
      </pc:sldChg>
      <pc:sldChg chg="modSp add">
        <pc:chgData name="Alex Luciano Roesler Rese" userId="1bb33b6d150db90b" providerId="LiveId" clId="{B12B8455-FB12-489D-BE54-0C0BEE2FFA11}" dt="2018-12-10T14:15:16.538" v="743" actId="1035"/>
        <pc:sldMkLst>
          <pc:docMk/>
          <pc:sldMk cId="790210796" sldId="496"/>
        </pc:sldMkLst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2:09.285" v="700" actId="20577"/>
          <ac:spMkLst>
            <pc:docMk/>
            <pc:sldMk cId="790210796" sldId="496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4" creationId="{0D04A291-2DAC-4241-8710-4F2AE72645F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6" creationId="{5F25AFA7-B0B9-4A9B-BA9F-9BDC56A2E486}"/>
          </ac:spMkLst>
        </pc:spChg>
      </pc:sldChg>
      <pc:sldChg chg="add del">
        <pc:chgData name="Alex Luciano Roesler Rese" userId="1bb33b6d150db90b" providerId="LiveId" clId="{B12B8455-FB12-489D-BE54-0C0BEE2FFA11}" dt="2018-12-10T14:10:22.452" v="671" actId="2696"/>
        <pc:sldMkLst>
          <pc:docMk/>
          <pc:sldMk cId="1512470400" sldId="496"/>
        </pc:sldMkLst>
      </pc:sldChg>
      <pc:sldChg chg="del">
        <pc:chgData name="Alex Luciano Roesler Rese" userId="1bb33b6d150db90b" providerId="LiveId" clId="{B12B8455-FB12-489D-BE54-0C0BEE2FFA11}" dt="2018-12-10T10:58:42.188" v="30" actId="2696"/>
        <pc:sldMkLst>
          <pc:docMk/>
          <pc:sldMk cId="2412586166" sldId="496"/>
        </pc:sldMkLst>
      </pc:sldChg>
      <pc:sldChg chg="del">
        <pc:chgData name="Alex Luciano Roesler Rese" userId="1bb33b6d150db90b" providerId="LiveId" clId="{B12B8455-FB12-489D-BE54-0C0BEE2FFA11}" dt="2018-12-10T10:58:43.011" v="31" actId="2696"/>
        <pc:sldMkLst>
          <pc:docMk/>
          <pc:sldMk cId="443167424" sldId="497"/>
        </pc:sldMkLst>
      </pc:sldChg>
      <pc:sldChg chg="modSp add">
        <pc:chgData name="Alex Luciano Roesler Rese" userId="1bb33b6d150db90b" providerId="LiveId" clId="{B12B8455-FB12-489D-BE54-0C0BEE2FFA11}" dt="2018-12-10T14:14:28.866" v="741" actId="692"/>
        <pc:sldMkLst>
          <pc:docMk/>
          <pc:sldMk cId="2001115992" sldId="497"/>
        </pc:sldMkLst>
        <pc:spChg chg="mod">
          <ac:chgData name="Alex Luciano Roesler Rese" userId="1bb33b6d150db90b" providerId="LiveId" clId="{B12B8455-FB12-489D-BE54-0C0BEE2FFA11}" dt="2018-12-10T14:14:03.655" v="739" actId="1076"/>
          <ac:spMkLst>
            <pc:docMk/>
            <pc:sldMk cId="2001115992" sldId="497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3:41.003" v="738" actId="20577"/>
          <ac:spMkLst>
            <pc:docMk/>
            <pc:sldMk cId="2001115992" sldId="497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4:28.866" v="741" actId="692"/>
          <ac:spMkLst>
            <pc:docMk/>
            <pc:sldMk cId="2001115992" sldId="497"/>
            <ac:spMk id="14" creationId="{0D04A291-2DAC-4241-8710-4F2AE72645F0}"/>
          </ac:spMkLst>
        </pc:spChg>
      </pc:sldChg>
      <pc:sldChg chg="add del">
        <pc:chgData name="Alex Luciano Roesler Rese" userId="1bb33b6d150db90b" providerId="LiveId" clId="{B12B8455-FB12-489D-BE54-0C0BEE2FFA11}" dt="2018-12-10T14:12:37.875" v="708" actId="20577"/>
        <pc:sldMkLst>
          <pc:docMk/>
          <pc:sldMk cId="2897596440" sldId="498"/>
        </pc:sldMkLst>
      </pc:sldChg>
      <pc:sldChg chg="del">
        <pc:chgData name="Alex Luciano Roesler Rese" userId="1bb33b6d150db90b" providerId="LiveId" clId="{B12B8455-FB12-489D-BE54-0C0BEE2FFA11}" dt="2018-12-10T10:58:44.565" v="32" actId="2696"/>
        <pc:sldMkLst>
          <pc:docMk/>
          <pc:sldMk cId="3722880187" sldId="498"/>
        </pc:sldMkLst>
      </pc:sldChg>
      <pc:sldChg chg="del">
        <pc:chgData name="Alex Luciano Roesler Rese" userId="1bb33b6d150db90b" providerId="LiveId" clId="{B12B8455-FB12-489D-BE54-0C0BEE2FFA11}" dt="2018-12-10T10:58:46.195" v="33" actId="2696"/>
        <pc:sldMkLst>
          <pc:docMk/>
          <pc:sldMk cId="3560777918" sldId="499"/>
        </pc:sldMkLst>
      </pc:sldChg>
      <pc:sldChg chg="del">
        <pc:chgData name="Alex Luciano Roesler Rese" userId="1bb33b6d150db90b" providerId="LiveId" clId="{B12B8455-FB12-489D-BE54-0C0BEE2FFA11}" dt="2018-12-10T10:58:47.867" v="34" actId="2696"/>
        <pc:sldMkLst>
          <pc:docMk/>
          <pc:sldMk cId="1217856259" sldId="501"/>
        </pc:sldMkLst>
      </pc:sldChg>
      <pc:sldChg chg="del">
        <pc:chgData name="Alex Luciano Roesler Rese" userId="1bb33b6d150db90b" providerId="LiveId" clId="{B12B8455-FB12-489D-BE54-0C0BEE2FFA11}" dt="2018-12-10T10:58:48.270" v="35" actId="2696"/>
        <pc:sldMkLst>
          <pc:docMk/>
          <pc:sldMk cId="1086327568" sldId="502"/>
        </pc:sldMkLst>
      </pc:sldChg>
      <pc:sldChg chg="del">
        <pc:chgData name="Alex Luciano Roesler Rese" userId="1bb33b6d150db90b" providerId="LiveId" clId="{B12B8455-FB12-489D-BE54-0C0BEE2FFA11}" dt="2018-12-10T10:58:48.553" v="36" actId="2696"/>
        <pc:sldMkLst>
          <pc:docMk/>
          <pc:sldMk cId="2937717106" sldId="503"/>
        </pc:sldMkLst>
      </pc:sldChg>
      <pc:sldChg chg="del">
        <pc:chgData name="Alex Luciano Roesler Rese" userId="1bb33b6d150db90b" providerId="LiveId" clId="{B12B8455-FB12-489D-BE54-0C0BEE2FFA11}" dt="2018-12-10T10:58:48.813" v="37" actId="2696"/>
        <pc:sldMkLst>
          <pc:docMk/>
          <pc:sldMk cId="4051278273" sldId="504"/>
        </pc:sldMkLst>
      </pc:sldChg>
    </pc:docChg>
  </pc:docChgLst>
  <pc:docChgLst>
    <pc:chgData name="Alex Luciano Roesler Rese" userId="1bb33b6d150db90b" providerId="LiveId" clId="{BE0E5D8C-9DD7-4DC8-BF41-C3CF6E733D60}"/>
  </pc:docChgLst>
  <pc:docChgLst>
    <pc:chgData name="Rafael Marini" userId="S::rafaelmarini@edu.univali.br::50055c5f-03a2-432d-b5f9-e31f497d20ab" providerId="AD" clId="Web-{6B7372B4-DA91-4CCE-BFE3-1FB923F3A418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A83C8-9780-4A31-8569-38B0DA8D1358}" type="datetimeFigureOut">
              <a:rPr lang="pt-BR" smtClean="0"/>
              <a:t>22/03/2019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179F2-03BF-491E-9A74-31122EDDB4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126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746B6-4825-453D-9FAD-03728370DF8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85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746B6-4825-453D-9FAD-03728370DF8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8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6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7C3F-9A52-4101-8413-9D2B16ECC92F}" type="datetime1">
              <a:rPr lang="pt-BR" smtClean="0"/>
              <a:t>22/03/2019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D2D2-9CF4-4A96-89FB-B7C44793EFCB}" type="datetime1">
              <a:rPr lang="pt-BR" smtClean="0"/>
              <a:t>22/03/2019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1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4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D5BD-D1B7-4CAF-B5CD-1F8583B92866}" type="datetime1">
              <a:rPr lang="pt-BR" smtClean="0"/>
              <a:t>22/03/2019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2D673-A7B6-48F7-8858-269D20D456AA}" type="datetime1">
              <a:rPr lang="pt-BR" smtClean="0"/>
              <a:t>22/03/2019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AC0A-F8C1-4AE2-808B-983FCA275C1F}" type="datetime1">
              <a:rPr lang="pt-BR" smtClean="0"/>
              <a:t>22/03/2019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0C662-DFE5-4E23-9D4D-634F983BC77C}" type="datetime1">
              <a:rPr lang="pt-BR" smtClean="0"/>
              <a:t>22/03/2019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88BA-DAB1-41E5-B3E3-07CE213228C6}" type="datetime1">
              <a:rPr lang="pt-BR" smtClean="0"/>
              <a:t>22/03/2019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5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126BB-49DF-4CD4-B860-04894E56CDFD}" type="datetime1">
              <a:rPr lang="pt-BR" smtClean="0"/>
              <a:t>22/03/2019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F7FC-4871-4DC1-8ADD-D3E891B494BE}" type="datetime1">
              <a:rPr lang="pt-BR" smtClean="0"/>
              <a:t>22/03/2019</a:t>
            </a:fld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65AF9-834A-46E1-BAAC-1564EABDA2DF}" type="datetime1">
              <a:rPr lang="pt-BR" smtClean="0"/>
              <a:t>22/03/2019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336800" cy="58515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A593-29BF-4603-9DB3-D6EB9A083068}" type="datetime1">
              <a:rPr lang="pt-BR" smtClean="0"/>
              <a:t>22/03/2019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428400"/>
            <a:ext cx="10972800" cy="639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52601"/>
            <a:ext cx="10972800" cy="4373563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800" b="1"/>
            </a:lvl1pPr>
            <a:lvl2pPr marL="684213" indent="-227013">
              <a:lnSpc>
                <a:spcPts val="2600"/>
              </a:lnSpc>
              <a:defRPr sz="2400"/>
            </a:lvl2pPr>
            <a:lvl3pPr marL="1087438" indent="-173038">
              <a:lnSpc>
                <a:spcPts val="2600"/>
              </a:lnSpc>
              <a:defRPr sz="2000"/>
            </a:lvl3pPr>
            <a:lvl4pPr marL="1541463" indent="-169863">
              <a:lnSpc>
                <a:spcPts val="2600"/>
              </a:lnSpc>
              <a:defRPr sz="1600"/>
            </a:lvl4pPr>
            <a:lvl5pPr marL="2001838" indent="-173038">
              <a:lnSpc>
                <a:spcPts val="26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5507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550751"/>
            <a:ext cx="2844800" cy="365125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81582BD6-FC20-4557-852B-8433F8572D30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41600" y="914400"/>
            <a:ext cx="10871200" cy="457200"/>
          </a:xfrm>
        </p:spPr>
        <p:txBody>
          <a:bodyPr>
            <a:normAutofit/>
          </a:bodyPr>
          <a:lstStyle>
            <a:lvl1pPr>
              <a:buFontTx/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0447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428400"/>
            <a:ext cx="10972800" cy="639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52601"/>
            <a:ext cx="10972800" cy="4373563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800" b="1"/>
            </a:lvl1pPr>
            <a:lvl2pPr marL="684213" indent="-227013">
              <a:lnSpc>
                <a:spcPts val="2600"/>
              </a:lnSpc>
              <a:defRPr sz="2400"/>
            </a:lvl2pPr>
            <a:lvl3pPr marL="1087438" indent="-173038">
              <a:lnSpc>
                <a:spcPts val="2600"/>
              </a:lnSpc>
              <a:defRPr sz="2000"/>
            </a:lvl3pPr>
            <a:lvl4pPr marL="1541463" indent="-169863">
              <a:lnSpc>
                <a:spcPts val="2600"/>
              </a:lnSpc>
              <a:defRPr sz="1600"/>
            </a:lvl4pPr>
            <a:lvl5pPr marL="2001838" indent="-173038">
              <a:lnSpc>
                <a:spcPts val="26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5507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550751"/>
            <a:ext cx="2844800" cy="365125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81582BD6-FC20-4557-852B-8433F8572D30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41600" y="914400"/>
            <a:ext cx="10871200" cy="457200"/>
          </a:xfrm>
        </p:spPr>
        <p:txBody>
          <a:bodyPr>
            <a:normAutofit/>
          </a:bodyPr>
          <a:lstStyle>
            <a:lvl1pPr>
              <a:buFontTx/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27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428400"/>
            <a:ext cx="10972800" cy="639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52601"/>
            <a:ext cx="10972800" cy="4373563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800" b="1"/>
            </a:lvl1pPr>
            <a:lvl2pPr marL="684213" indent="-227013">
              <a:lnSpc>
                <a:spcPts val="2600"/>
              </a:lnSpc>
              <a:defRPr sz="2400"/>
            </a:lvl2pPr>
            <a:lvl3pPr marL="1087438" indent="-173038">
              <a:lnSpc>
                <a:spcPts val="2600"/>
              </a:lnSpc>
              <a:defRPr sz="2000"/>
            </a:lvl3pPr>
            <a:lvl4pPr marL="1541463" indent="-169863">
              <a:lnSpc>
                <a:spcPts val="2600"/>
              </a:lnSpc>
              <a:defRPr sz="1600"/>
            </a:lvl4pPr>
            <a:lvl5pPr marL="2001838" indent="-173038">
              <a:lnSpc>
                <a:spcPts val="26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5507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550751"/>
            <a:ext cx="2844800" cy="365125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81582BD6-FC20-4557-852B-8433F8572D30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41600" y="914400"/>
            <a:ext cx="10871200" cy="457200"/>
          </a:xfrm>
        </p:spPr>
        <p:txBody>
          <a:bodyPr>
            <a:normAutofit/>
          </a:bodyPr>
          <a:lstStyle>
            <a:lvl1pPr>
              <a:buFontTx/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7847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428400"/>
            <a:ext cx="10972800" cy="639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52601"/>
            <a:ext cx="10972800" cy="4373563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800" b="1"/>
            </a:lvl1pPr>
            <a:lvl2pPr marL="684213" indent="-227013">
              <a:lnSpc>
                <a:spcPts val="2600"/>
              </a:lnSpc>
              <a:defRPr sz="2400"/>
            </a:lvl2pPr>
            <a:lvl3pPr marL="1087438" indent="-173038">
              <a:lnSpc>
                <a:spcPts val="2600"/>
              </a:lnSpc>
              <a:defRPr sz="2000"/>
            </a:lvl3pPr>
            <a:lvl4pPr marL="1541463" indent="-169863">
              <a:lnSpc>
                <a:spcPts val="2600"/>
              </a:lnSpc>
              <a:defRPr sz="1600"/>
            </a:lvl4pPr>
            <a:lvl5pPr marL="2001838" indent="-173038">
              <a:lnSpc>
                <a:spcPts val="26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5507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550751"/>
            <a:ext cx="2844800" cy="365125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81582BD6-FC20-4557-852B-8433F8572D30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41600" y="914400"/>
            <a:ext cx="10871200" cy="457200"/>
          </a:xfrm>
        </p:spPr>
        <p:txBody>
          <a:bodyPr>
            <a:normAutofit/>
          </a:bodyPr>
          <a:lstStyle>
            <a:lvl1pPr>
              <a:buFontTx/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006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33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74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9482F01-9CD8-4D33-8E66-0C342BCD037D}" type="datetime1">
              <a:rPr lang="pt-BR" smtClean="0"/>
              <a:t>22/03/2019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45704" y="1412780"/>
            <a:ext cx="7990656" cy="3600401"/>
          </a:xfrm>
        </p:spPr>
        <p:txBody>
          <a:bodyPr/>
          <a:lstStyle/>
          <a:p>
            <a:r>
              <a:rPr lang="pt-BR" sz="6000" dirty="0"/>
              <a:t>Laço de Repetição</a:t>
            </a:r>
            <a:endParaRPr lang="pt-BR" sz="6000" i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45704" y="5157192"/>
            <a:ext cx="6844522" cy="936104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Thiago Felski Pereira,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Adaptado: Elisangela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Maschio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Miranda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6"/>
            <a:ext cx="11280576" cy="10079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000" b="1" dirty="0">
                <a:latin typeface="+mj-lt"/>
                <a:cs typeface="Times New Roman" panose="02020603050405020304" pitchFamily="18" charset="0"/>
              </a:rPr>
              <a:t>UNIVERSIDADE DO VALE DO ITAJAÍ</a:t>
            </a:r>
            <a:br>
              <a:rPr lang="pt-BR" sz="2000" b="1" dirty="0">
                <a:latin typeface="+mj-lt"/>
                <a:cs typeface="Times New Roman" panose="02020603050405020304" pitchFamily="18" charset="0"/>
              </a:rPr>
            </a:br>
            <a:r>
              <a:rPr lang="pt-BR" sz="2000" b="1" dirty="0">
                <a:latin typeface="+mj-lt"/>
                <a:cs typeface="Times New Roman" panose="02020603050405020304" pitchFamily="18" charset="0"/>
              </a:rPr>
              <a:t>LABORATÓRIO DE INTELIGÊNCIA APLICADA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</a:t>
            </a:fld>
            <a:endParaRPr lang="pt-BR" dirty="0"/>
          </a:p>
        </p:txBody>
      </p:sp>
      <p:cxnSp>
        <p:nvCxnSpPr>
          <p:cNvPr id="8" name="Conector reto 7"/>
          <p:cNvCxnSpPr>
            <a:cxnSpLocks/>
          </p:cNvCxnSpPr>
          <p:nvPr/>
        </p:nvCxnSpPr>
        <p:spPr>
          <a:xfrm>
            <a:off x="1289720" y="5085184"/>
            <a:ext cx="89046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3" y="0"/>
            <a:ext cx="1268597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1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667556" y="2054655"/>
            <a:ext cx="8632340" cy="4727145"/>
          </a:xfrm>
        </p:spPr>
        <p:txBody>
          <a:bodyPr>
            <a:normAutofit fontScale="92500" lnSpcReduction="10000"/>
          </a:bodyPr>
          <a:lstStyle/>
          <a:p>
            <a:pPr marL="630238" indent="-179388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Quando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torna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necessário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desviar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fluxo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dos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programas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utilizado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desvio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condicional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Nestes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casos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parte do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programa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poderá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executada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parte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não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dependendo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um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determinado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teste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lógico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comando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630238" indent="-179388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endParaRPr lang="en-US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630238" indent="-179388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A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estrutura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desvio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condicional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deve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ser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utilizada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quando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quer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0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analisada</a:t>
            </a:r>
            <a:r>
              <a:rPr lang="en-US" sz="20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e:</a:t>
            </a:r>
          </a:p>
          <a:p>
            <a:pPr marL="1319213" lvl="1" indent="-184150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verdadeira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, o(s)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comando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(s) logo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abaixo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teste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lógico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será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(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ão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)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executado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(s); e</a:t>
            </a:r>
          </a:p>
          <a:p>
            <a:pPr marL="1319213" lvl="1" indent="-184150">
              <a:lnSpc>
                <a:spcPct val="150000"/>
              </a:lnSpc>
              <a:buClr>
                <a:srgbClr val="FF0000"/>
              </a:buClr>
              <a:buSzPct val="100000"/>
              <a:buFont typeface="Wingdings" pitchFamily="2" charset="2"/>
              <a:buChar char="§"/>
            </a:pP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falsa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, outro(s)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comando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(s)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será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(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ão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)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executado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(s).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EA5531C-F101-42A7-8D13-9F330039A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E073CB09-29E6-4D56-B5C2-7EF585827213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543D112-135F-4827-B2D0-D9C02084DF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18B13DF-507B-4624-A867-B60D108297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43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81200" y="1751075"/>
            <a:ext cx="8390540" cy="18288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pt-BR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Imagine que fosse necessário solicitar 5 valores ao usuário, somá-los todos e exibir o resultado da soma.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Se fosse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utilizado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algoritmo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sequencial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seria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necessário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criar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5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fazer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leitura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das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mesmas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somá-las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3734410"/>
            <a:ext cx="5105400" cy="29302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0C67B120-2E3A-4E8F-9524-CD31779EC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6B830818-C857-40ED-9902-117F24D036C5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3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BD9CCA8-A9D3-4C80-91B0-6A4716CC1C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7D8D1BF-7C07-45E4-87C9-5963064F8E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09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65645" y="2054656"/>
            <a:ext cx="8558800" cy="4733855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Observando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código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com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atenção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nota-se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existem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instruções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repetem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leitura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 a soma dos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valores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Sempre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existir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repetição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código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utilizado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Repetição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Portanto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Repetição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estrutura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permite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repetir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determinado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bloco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instruções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até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)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(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ões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)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(m)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satisfeita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(s).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pt-BR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Existem três tipos de laço de repetição:</a:t>
            </a:r>
            <a:endParaRPr lang="pt-BR" sz="17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7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pt-BR" sz="1700" dirty="0">
                <a:latin typeface="Verdana" pitchFamily="34" charset="0"/>
                <a:ea typeface="Verdana" pitchFamily="34" charset="0"/>
                <a:cs typeface="Verdana" pitchFamily="34" charset="0"/>
              </a:rPr>
              <a:t>Laço de repetição com teste lógico no início.</a:t>
            </a:r>
          </a:p>
          <a:p>
            <a:pPr marL="1141413" lvl="1" indent="-635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pt-BR" sz="1700" dirty="0">
                <a:latin typeface="Verdana" pitchFamily="34" charset="0"/>
                <a:ea typeface="Verdana" pitchFamily="34" charset="0"/>
                <a:cs typeface="Verdana" pitchFamily="34" charset="0"/>
              </a:rPr>
              <a:t> Laço de repetição com teste lógico no final. </a:t>
            </a:r>
          </a:p>
          <a:p>
            <a:pPr marL="1141413" lvl="1" indent="-635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pt-BR" sz="1700" dirty="0">
                <a:latin typeface="Verdana" pitchFamily="34" charset="0"/>
                <a:ea typeface="Verdana" pitchFamily="34" charset="0"/>
                <a:cs typeface="Verdana" pitchFamily="34" charset="0"/>
              </a:rPr>
              <a:t> Laço de repetição com variável de controle.</a:t>
            </a:r>
            <a:endParaRPr lang="en-US" sz="1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B5E4B58-58BC-42AB-A70F-9A7E1C64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E090A5E9-F96D-4954-B158-C899EAAF6CE2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4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ED31596-B4C3-40F0-B122-4C93B65C49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C658C1D-6A1C-4336-A6A1-C5DE20D780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00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8"/>
          <p:cNvGraphicFramePr>
            <a:graphicFrameLocks noGrp="1"/>
          </p:cNvGraphicFramePr>
          <p:nvPr>
            <p:extLst/>
          </p:nvPr>
        </p:nvGraphicFramePr>
        <p:xfrm>
          <a:off x="6096000" y="4956050"/>
          <a:ext cx="3581400" cy="1577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pt-BR" sz="2000" kern="1200" baseline="0" dirty="0"/>
                        <a:t>C</a:t>
                      </a:r>
                      <a:endParaRPr lang="pt-BR" sz="20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r>
                        <a:rPr lang="pt-BR" sz="2000" kern="1200" baseline="0" dirty="0"/>
                        <a:t>while (condição/ões) {</a:t>
                      </a:r>
                    </a:p>
                    <a:p>
                      <a:r>
                        <a:rPr lang="pt-BR" sz="2000" kern="1200" baseline="0" dirty="0"/>
                        <a:t>       ... Bloco de Instruções ...</a:t>
                      </a:r>
                    </a:p>
                    <a:p>
                      <a:r>
                        <a:rPr lang="pt-BR" sz="2000" kern="1200" baseline="0" dirty="0"/>
                        <a:t>}</a:t>
                      </a:r>
                      <a:endParaRPr lang="pt-BR" sz="20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1972966" y="2360066"/>
            <a:ext cx="8543245" cy="2745945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Neste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término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definida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desde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início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testa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condições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) 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(m)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verdadeira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(a)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bloco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instruções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seguem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após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entre as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chaves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(m)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falsa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(s)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primeira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instrução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fora do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depois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fechamento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das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aspas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).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Sintaxe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0681B4D-0CC5-4152-84C9-CD9FBBC8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início</a:t>
            </a: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D15184E9-A377-430C-A356-48607749F6F7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5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814B2C3-D5BC-4343-A942-0540BACF49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BCDE8EB-785B-4BB2-8530-A99FFB141D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63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2225192" y="2088303"/>
            <a:ext cx="8073961" cy="9144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Exemplo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Elabore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algoritmo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exiba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os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valores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1 a 20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tela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3123590"/>
            <a:ext cx="4146388" cy="3276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8" name="Conector de seta reta 7"/>
          <p:cNvCxnSpPr/>
          <p:nvPr/>
        </p:nvCxnSpPr>
        <p:spPr>
          <a:xfrm flipV="1">
            <a:off x="5480300" y="4723790"/>
            <a:ext cx="1524000" cy="3048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7035952" y="4279764"/>
            <a:ext cx="2211452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/>
              <a:t>Enquanto</a:t>
            </a:r>
            <a:r>
              <a:rPr lang="en-US" sz="1400" dirty="0"/>
              <a:t> </a:t>
            </a:r>
            <a:r>
              <a:rPr lang="en-US" sz="1400" dirty="0" err="1"/>
              <a:t>esta</a:t>
            </a:r>
            <a:r>
              <a:rPr lang="en-US" sz="1400" dirty="0"/>
              <a:t> </a:t>
            </a:r>
            <a:r>
              <a:rPr lang="en-US" sz="1400" dirty="0" err="1"/>
              <a:t>condição</a:t>
            </a:r>
            <a:r>
              <a:rPr lang="en-US" sz="1400" dirty="0"/>
              <a:t> for </a:t>
            </a:r>
            <a:r>
              <a:rPr lang="en-US" sz="1400" dirty="0" err="1"/>
              <a:t>verdadeira</a:t>
            </a:r>
            <a:r>
              <a:rPr lang="en-US" sz="1400" dirty="0"/>
              <a:t> o </a:t>
            </a:r>
            <a:r>
              <a:rPr lang="en-US" sz="1400" dirty="0" err="1"/>
              <a:t>código</a:t>
            </a:r>
            <a:r>
              <a:rPr lang="en-US" sz="1400" dirty="0"/>
              <a:t> entre as </a:t>
            </a:r>
            <a:r>
              <a:rPr lang="en-US" sz="1400" dirty="0" err="1"/>
              <a:t>chaves</a:t>
            </a:r>
            <a:r>
              <a:rPr lang="en-US" sz="1400" dirty="0"/>
              <a:t> </a:t>
            </a:r>
            <a:r>
              <a:rPr lang="en-US" sz="1400" dirty="0" err="1"/>
              <a:t>será</a:t>
            </a:r>
            <a:r>
              <a:rPr lang="en-US" sz="1400" dirty="0"/>
              <a:t> </a:t>
            </a:r>
            <a:r>
              <a:rPr lang="en-US" sz="1400" dirty="0" err="1"/>
              <a:t>executado</a:t>
            </a:r>
            <a:r>
              <a:rPr lang="en-US" sz="1400" dirty="0"/>
              <a:t>. </a:t>
            </a:r>
            <a:endParaRPr lang="pt-BR" sz="140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A6F6321-8CBC-4A78-A31B-46DDBAC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início</a:t>
            </a:r>
          </a:p>
        </p:txBody>
      </p:sp>
      <p:sp>
        <p:nvSpPr>
          <p:cNvPr id="11" name="Espaço Reservado para Número de Slide 3">
            <a:extLst>
              <a:ext uri="{FF2B5EF4-FFF2-40B4-BE49-F238E27FC236}">
                <a16:creationId xmlns:a16="http://schemas.microsoft.com/office/drawing/2014/main" id="{8BA8D5B1-5185-4B98-9DF3-F28E7176D7DA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6</a:t>
            </a:fld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8C2F22B-86A7-4031-BA81-8A0B1C41E7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26D4C7F-2EB6-4465-B3C7-FAD7762E5B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75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2142140" y="2055570"/>
            <a:ext cx="8229600" cy="9144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Dentre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problemas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ocorrer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um deles é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conhecido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looping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infinito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426" y="3276296"/>
            <a:ext cx="4194549" cy="31124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B7F85131-1DA3-4A91-A743-7D3B3DB5E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início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E8EB1C24-6C51-4DCE-BDCF-8F53D4582F9E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7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EF912AB-5CD6-4F1F-9CE2-6F625418E8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5A56FBF-8205-406E-B9C3-319D7F772C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43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/>
          <p:cNvSpPr txBox="1">
            <a:spLocks/>
          </p:cNvSpPr>
          <p:nvPr/>
        </p:nvSpPr>
        <p:spPr bwMode="auto">
          <a:xfrm>
            <a:off x="1926768" y="2360065"/>
            <a:ext cx="8394611" cy="3738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087438" indent="-17303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541463" indent="-169863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01838" indent="-17303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Neste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sempre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será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verdadeira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fazendo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com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execute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sem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parada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vale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somente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1.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Isso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ocorreu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pois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existe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nenhuma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instrução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faça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com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10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em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algum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momento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Seria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necessário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instrução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chamada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u="sng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nada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somamos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outro valor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numérico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atribuímos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para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própria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(para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modificar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própria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próxima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iteração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trabalhar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com o novo valor).</a:t>
            </a:r>
            <a:endParaRPr lang="pt-BR" sz="1800" b="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4798F04-A03D-426E-9D2A-E33FFB17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início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D406283E-8C76-42D1-BA26-8D01A182F92D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8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2CBF7B-7D16-49E9-8CA4-D394E56D59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6F3CA13-9832-4C1E-9127-FC0DE0BB3A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5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/>
          <p:cNvSpPr txBox="1">
            <a:spLocks/>
          </p:cNvSpPr>
          <p:nvPr/>
        </p:nvSpPr>
        <p:spPr bwMode="auto">
          <a:xfrm>
            <a:off x="1820261" y="2054656"/>
            <a:ext cx="8394611" cy="4501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087438" indent="-17303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541463" indent="-169863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01838" indent="-17303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trabalhar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com um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necessário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atribuir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valor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inicial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mesma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, antes de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repetição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Isso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ocorre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pois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declararmos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mesma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possui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chamado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lixo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memória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possui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valor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qualquer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nela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Então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, no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era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necessário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imprimir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valor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apartir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1,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então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foi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atribuido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1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 Se 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início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fosse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apartir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30,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seria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inicializada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30 (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= 30).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Se fosse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necessário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gerar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números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2 a 2 (1, 3, 5, 7, 9, 11, 13, 15, 17, 19) 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seria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modificado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para </a:t>
            </a:r>
          </a:p>
          <a:p>
            <a:pPr indent="182563">
              <a:lnSpc>
                <a:spcPct val="150000"/>
              </a:lnSpc>
              <a:buClr>
                <a:srgbClr val="FF0000"/>
              </a:buClr>
            </a:pPr>
            <a:r>
              <a:rPr lang="en-US" sz="180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contador</a:t>
            </a:r>
            <a:r>
              <a:rPr lang="en-US" sz="180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= </a:t>
            </a:r>
            <a:r>
              <a:rPr lang="en-US" sz="180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contador</a:t>
            </a:r>
            <a:r>
              <a:rPr lang="en-US" sz="180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+ 2;</a:t>
            </a:r>
            <a:endParaRPr lang="en-US" sz="200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E8E7D1D-EE37-4B99-9A36-3BA5E5CA7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início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48438082-20B7-48D4-B3B1-CC4D433E3052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9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DB7731-4078-40BC-B424-838BEAE164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0788AEE-5C08-4246-8286-FF2D99C461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5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/>
          <p:cNvSpPr txBox="1">
            <a:spLocks/>
          </p:cNvSpPr>
          <p:nvPr/>
        </p:nvSpPr>
        <p:spPr bwMode="auto">
          <a:xfrm>
            <a:off x="1977130" y="1901950"/>
            <a:ext cx="8394611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087438" indent="-17303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541463" indent="-169863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01838" indent="-17303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Existem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as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reduções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podem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utilizadas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Seguem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abaixo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lista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en-US" sz="200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/>
          </p:nvPr>
        </p:nvGraphicFramePr>
        <p:xfrm>
          <a:off x="3041900" y="2665475"/>
          <a:ext cx="70104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Incrementos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Explicação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variavel</a:t>
                      </a:r>
                      <a:r>
                        <a:rPr lang="en-US" sz="2000" dirty="0"/>
                        <a:t> = </a:t>
                      </a:r>
                      <a:r>
                        <a:rPr lang="en-US" sz="2000" dirty="0" err="1"/>
                        <a:t>variavel</a:t>
                      </a:r>
                      <a:r>
                        <a:rPr lang="en-US" sz="2000" baseline="0" dirty="0"/>
                        <a:t> + 1;</a:t>
                      </a:r>
                    </a:p>
                    <a:p>
                      <a:r>
                        <a:rPr lang="en-US" sz="2000" baseline="0" dirty="0" err="1"/>
                        <a:t>variavel</a:t>
                      </a:r>
                      <a:r>
                        <a:rPr lang="en-US" sz="2000" baseline="0" dirty="0"/>
                        <a:t> += 1;</a:t>
                      </a:r>
                    </a:p>
                    <a:p>
                      <a:r>
                        <a:rPr lang="en-US" sz="2000" baseline="0" dirty="0" err="1"/>
                        <a:t>variavel</a:t>
                      </a:r>
                      <a:r>
                        <a:rPr lang="en-US" sz="2000" baseline="0" dirty="0"/>
                        <a:t>++; (</a:t>
                      </a:r>
                      <a:r>
                        <a:rPr lang="en-US" sz="2000" baseline="0" dirty="0" err="1"/>
                        <a:t>Redução</a:t>
                      </a:r>
                      <a:r>
                        <a:rPr lang="en-US" sz="2000" baseline="0" dirty="0"/>
                        <a:t>)</a:t>
                      </a:r>
                    </a:p>
                    <a:p>
                      <a:r>
                        <a:rPr lang="en-US" sz="2000" baseline="0" dirty="0"/>
                        <a:t>++</a:t>
                      </a:r>
                      <a:r>
                        <a:rPr lang="en-US" sz="2000" baseline="0" dirty="0" err="1"/>
                        <a:t>variavel</a:t>
                      </a:r>
                      <a:r>
                        <a:rPr lang="en-US" sz="2000" baseline="0" dirty="0"/>
                        <a:t>; (</a:t>
                      </a:r>
                      <a:r>
                        <a:rPr lang="en-US" sz="2000" baseline="0" dirty="0" err="1"/>
                        <a:t>Redução</a:t>
                      </a:r>
                      <a:r>
                        <a:rPr lang="en-US" sz="2000" baseline="0" dirty="0"/>
                        <a:t>)</a:t>
                      </a:r>
                      <a:endParaRPr lang="pt-BR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Todas</a:t>
                      </a:r>
                      <a:r>
                        <a:rPr lang="en-US" sz="1600" baseline="0" dirty="0"/>
                        <a:t> as 3 </a:t>
                      </a:r>
                      <a:r>
                        <a:rPr lang="en-US" sz="1600" baseline="0" dirty="0" err="1"/>
                        <a:t>fazem</a:t>
                      </a:r>
                      <a:r>
                        <a:rPr lang="en-US" sz="1600" baseline="0" dirty="0"/>
                        <a:t> a </a:t>
                      </a:r>
                      <a:r>
                        <a:rPr lang="en-US" sz="1600" baseline="0" dirty="0" err="1"/>
                        <a:t>mesma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função</a:t>
                      </a:r>
                      <a:r>
                        <a:rPr lang="en-US" sz="1600" baseline="0" dirty="0"/>
                        <a:t>: </a:t>
                      </a:r>
                      <a:r>
                        <a:rPr lang="en-US" sz="1600" baseline="0" dirty="0" err="1"/>
                        <a:t>incrementam</a:t>
                      </a:r>
                      <a:r>
                        <a:rPr lang="en-US" sz="1600" baseline="0" dirty="0"/>
                        <a:t> 1 a </a:t>
                      </a:r>
                      <a:r>
                        <a:rPr lang="en-US" sz="1600" baseline="0" dirty="0" err="1"/>
                        <a:t>variável</a:t>
                      </a:r>
                      <a:r>
                        <a:rPr lang="en-US" sz="1600" baseline="0" dirty="0"/>
                        <a:t>.</a:t>
                      </a:r>
                      <a:endParaRPr lang="pt-BR" sz="1600" i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variavel</a:t>
                      </a:r>
                      <a:r>
                        <a:rPr lang="en-US" sz="2000" dirty="0"/>
                        <a:t> = </a:t>
                      </a:r>
                      <a:r>
                        <a:rPr lang="en-US" sz="2000" dirty="0" err="1"/>
                        <a:t>variavel</a:t>
                      </a:r>
                      <a:r>
                        <a:rPr lang="en-US" sz="2000" baseline="0" dirty="0"/>
                        <a:t> + 5;</a:t>
                      </a:r>
                    </a:p>
                    <a:p>
                      <a:r>
                        <a:rPr lang="en-US" sz="2000" baseline="0" dirty="0" err="1"/>
                        <a:t>variavel</a:t>
                      </a:r>
                      <a:r>
                        <a:rPr lang="en-US" sz="2000" baseline="0" dirty="0"/>
                        <a:t> += 5; (</a:t>
                      </a:r>
                      <a:r>
                        <a:rPr lang="en-US" sz="2000" baseline="0" dirty="0" err="1"/>
                        <a:t>Redução</a:t>
                      </a:r>
                      <a:r>
                        <a:rPr lang="en-US" sz="2000" baseline="0" dirty="0"/>
                        <a:t>)</a:t>
                      </a:r>
                      <a:endParaRPr lang="pt-BR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 </a:t>
                      </a:r>
                      <a:r>
                        <a:rPr lang="en-US" sz="1600" dirty="0" err="1"/>
                        <a:t>duas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incrementam</a:t>
                      </a:r>
                      <a:r>
                        <a:rPr lang="en-US" sz="1600" dirty="0"/>
                        <a:t> 5 a </a:t>
                      </a:r>
                      <a:r>
                        <a:rPr lang="en-US" sz="1600" dirty="0" err="1"/>
                        <a:t>variável</a:t>
                      </a:r>
                      <a:r>
                        <a:rPr lang="en-US" sz="1600" dirty="0"/>
                        <a:t>.</a:t>
                      </a:r>
                      <a:endParaRPr lang="pt-BR" sz="1600" i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aseline="0" dirty="0" err="1"/>
                        <a:t>variavel</a:t>
                      </a:r>
                      <a:r>
                        <a:rPr lang="en-US" sz="2000" baseline="0" dirty="0"/>
                        <a:t> = </a:t>
                      </a:r>
                      <a:r>
                        <a:rPr lang="en-US" sz="2000" baseline="0" dirty="0" err="1"/>
                        <a:t>variavel</a:t>
                      </a:r>
                      <a:r>
                        <a:rPr lang="en-US" sz="2000" baseline="0" dirty="0"/>
                        <a:t> % 7;</a:t>
                      </a:r>
                    </a:p>
                    <a:p>
                      <a:r>
                        <a:rPr lang="en-US" sz="2000" baseline="0" dirty="0" err="1"/>
                        <a:t>variavel</a:t>
                      </a:r>
                      <a:r>
                        <a:rPr lang="en-US" sz="2000" baseline="0" dirty="0"/>
                        <a:t> %= 7; (</a:t>
                      </a:r>
                      <a:r>
                        <a:rPr lang="en-US" sz="2000" baseline="0" dirty="0" err="1"/>
                        <a:t>Redução</a:t>
                      </a:r>
                      <a:r>
                        <a:rPr lang="en-US" sz="2000" baseline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É </a:t>
                      </a:r>
                      <a:r>
                        <a:rPr lang="en-US" sz="1600" dirty="0" err="1"/>
                        <a:t>efetuado</a:t>
                      </a:r>
                      <a:r>
                        <a:rPr lang="en-US" sz="1600" dirty="0"/>
                        <a:t> o </a:t>
                      </a:r>
                      <a:r>
                        <a:rPr lang="en-US" sz="1600" dirty="0" err="1"/>
                        <a:t>resto</a:t>
                      </a:r>
                      <a:r>
                        <a:rPr lang="en-US" sz="1600" baseline="0" dirty="0"/>
                        <a:t> da </a:t>
                      </a:r>
                      <a:r>
                        <a:rPr lang="en-US" sz="1600" baseline="0" dirty="0" err="1"/>
                        <a:t>divisão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inteira</a:t>
                      </a:r>
                      <a:r>
                        <a:rPr lang="en-US" sz="1600" baseline="0" dirty="0"/>
                        <a:t> com o valor </a:t>
                      </a:r>
                      <a:r>
                        <a:rPr lang="en-US" sz="1600" baseline="0" dirty="0" err="1"/>
                        <a:t>contido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em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variável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por</a:t>
                      </a:r>
                      <a:r>
                        <a:rPr lang="en-US" sz="1600" baseline="0" dirty="0"/>
                        <a:t> 7, e </a:t>
                      </a:r>
                      <a:r>
                        <a:rPr lang="en-US" sz="1600" baseline="0" dirty="0" err="1"/>
                        <a:t>atribuído</a:t>
                      </a:r>
                      <a:r>
                        <a:rPr lang="en-US" sz="1600" baseline="0" dirty="0"/>
                        <a:t> a </a:t>
                      </a:r>
                      <a:r>
                        <a:rPr lang="en-US" sz="1600" baseline="0" dirty="0" err="1"/>
                        <a:t>variávell</a:t>
                      </a:r>
                      <a:endParaRPr lang="pt-BR" sz="1600" i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variavel</a:t>
                      </a:r>
                      <a:r>
                        <a:rPr lang="en-US" sz="2000" baseline="0" dirty="0"/>
                        <a:t> = </a:t>
                      </a:r>
                      <a:r>
                        <a:rPr lang="en-US" sz="2000" baseline="0" dirty="0" err="1"/>
                        <a:t>variavel</a:t>
                      </a:r>
                      <a:r>
                        <a:rPr lang="en-US" sz="2000" baseline="0" dirty="0"/>
                        <a:t> </a:t>
                      </a:r>
                      <a:r>
                        <a:rPr lang="pt-BR" sz="2000" baseline="0" dirty="0"/>
                        <a:t>+ numero;</a:t>
                      </a:r>
                    </a:p>
                    <a:p>
                      <a:r>
                        <a:rPr lang="en-US" sz="2000" baseline="0" dirty="0" err="1"/>
                        <a:t>variavel</a:t>
                      </a:r>
                      <a:r>
                        <a:rPr lang="en-US" sz="2000" baseline="0" dirty="0"/>
                        <a:t> += </a:t>
                      </a:r>
                      <a:r>
                        <a:rPr lang="en-US" sz="2000" baseline="0" dirty="0" err="1"/>
                        <a:t>numero</a:t>
                      </a:r>
                      <a:r>
                        <a:rPr lang="en-US" sz="2000" baseline="0" dirty="0"/>
                        <a:t>; (</a:t>
                      </a:r>
                      <a:r>
                        <a:rPr lang="en-US" sz="2000" baseline="0" dirty="0" err="1"/>
                        <a:t>Redução</a:t>
                      </a:r>
                      <a:r>
                        <a:rPr lang="en-US" sz="2000" baseline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 </a:t>
                      </a:r>
                      <a:r>
                        <a:rPr lang="en-US" sz="1600" dirty="0" err="1"/>
                        <a:t>duas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incrementam</a:t>
                      </a:r>
                      <a:r>
                        <a:rPr lang="en-US" sz="1600" dirty="0"/>
                        <a:t> o</a:t>
                      </a:r>
                      <a:r>
                        <a:rPr lang="en-US" sz="1600" baseline="0" dirty="0"/>
                        <a:t> valor </a:t>
                      </a:r>
                      <a:r>
                        <a:rPr lang="en-US" sz="1600" baseline="0" dirty="0" err="1"/>
                        <a:t>que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tiver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na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variável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número</a:t>
                      </a:r>
                      <a:r>
                        <a:rPr lang="en-US" sz="1600" baseline="0" dirty="0"/>
                        <a:t>.</a:t>
                      </a:r>
                      <a:endParaRPr lang="pt-BR" sz="1600" i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2FB1F1B8-8DDC-423E-A391-57E2BC9B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início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395B47DA-2F84-4E1F-81BB-2D56C92683B4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10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1D01457-1EB5-43D7-8E98-0E4F511191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8E4315A-BB79-4A33-9623-4D57191C52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923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/>
          <p:cNvSpPr txBox="1">
            <a:spLocks/>
          </p:cNvSpPr>
          <p:nvPr/>
        </p:nvSpPr>
        <p:spPr bwMode="auto">
          <a:xfrm>
            <a:off x="1977130" y="2054655"/>
            <a:ext cx="8394611" cy="404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087438" indent="-17303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541463" indent="-169863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01838" indent="-17303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As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reduções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podem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efetuadas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com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qualquer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operador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aritmético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Existem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dois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contadores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apesar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parecerem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iguais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possuem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diferenças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 Segue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explicação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++;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++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;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Ambos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fazem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mesmo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processo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incrementar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1. Segue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abaixo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explicação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diferença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++; 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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utiliza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a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variável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e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incrementa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o valor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depois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.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Por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exemplo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, o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código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cout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&lt;&lt;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cont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++;. Imagine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que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foi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atribuído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6 à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variável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cont.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Neste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caso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imprimiria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6 e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depois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incrementaria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mais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um, e a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variável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cont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conteria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7.</a:t>
            </a:r>
          </a:p>
          <a:p>
            <a:pPr lvl="1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sz="140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endParaRPr lang="en-US" sz="200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A07E625-1F25-4FD5-AFB0-8C3C25F8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início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C78782D8-9406-4865-83C6-64795711BA3A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11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F94E33F-E031-4CCD-9549-60A18C2C0E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82E440D-DA12-4C9D-ADCC-A0531315C2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867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/>
          <p:cNvSpPr txBox="1">
            <a:spLocks/>
          </p:cNvSpPr>
          <p:nvPr/>
        </p:nvSpPr>
        <p:spPr bwMode="auto">
          <a:xfrm>
            <a:off x="1977130" y="2207360"/>
            <a:ext cx="8394611" cy="3738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087438" indent="-17303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541463" indent="-169863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01838" indent="-17303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++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; 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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incrementa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o valor e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depois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utiliza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a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variável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.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Por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exemplo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, o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código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cout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&lt;&lt;++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cont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;. Imagine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que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foi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atribuído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6 à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variável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cont.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Neste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caso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incrementaria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mais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um, e a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variável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cont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conteria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7.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Depois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40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imprimiria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7.</a:t>
            </a:r>
            <a:endParaRPr lang="en-US" sz="140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Na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tabela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incrementos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houve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código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diferenciado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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variavel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=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variavel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+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numero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;. Este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caso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seria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chamado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de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acumulador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ou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somador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,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pois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variavel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soma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os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valores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somador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ou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acumulador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pode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ser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utilizado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com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qualquer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operador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aritmético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Abaixo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, segue um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exemplo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da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utilização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 do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somador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  <a:sym typeface="Wingdings" panose="05000000000000000000" pitchFamily="2" charset="2"/>
              </a:rPr>
              <a:t>.</a:t>
            </a:r>
            <a:endParaRPr lang="en-US" sz="1800" b="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endParaRPr lang="en-US" sz="200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A70D9C0-6E4E-4C5B-A2D0-6E553DB0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início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399AFB9C-60FE-45D3-9FD2-9278A921A02E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12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5EBA9E3-1BAF-418C-8D5D-3D1F468A5A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536760C-B88B-492F-90D2-016239C06B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98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1992369" y="1752600"/>
            <a:ext cx="8229599" cy="9144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Faça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programa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solicite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o valor de 10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salários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e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informe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final, a soma de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todos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67000"/>
            <a:ext cx="5646168" cy="3962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0" name="Conector de seta reta 9"/>
          <p:cNvCxnSpPr/>
          <p:nvPr/>
        </p:nvCxnSpPr>
        <p:spPr>
          <a:xfrm flipV="1">
            <a:off x="6711462" y="4953000"/>
            <a:ext cx="756138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7489874" y="4379894"/>
            <a:ext cx="2732095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A </a:t>
            </a:r>
            <a:r>
              <a:rPr lang="en-US" sz="1400" dirty="0" err="1"/>
              <a:t>variável</a:t>
            </a:r>
            <a:r>
              <a:rPr lang="en-US" sz="1400" dirty="0"/>
              <a:t> </a:t>
            </a:r>
            <a:r>
              <a:rPr lang="en-US" sz="1400" dirty="0" err="1"/>
              <a:t>somaSalarios</a:t>
            </a:r>
            <a:r>
              <a:rPr lang="en-US" sz="1400" dirty="0"/>
              <a:t> </a:t>
            </a:r>
            <a:r>
              <a:rPr lang="en-US" sz="1400" dirty="0" err="1"/>
              <a:t>está</a:t>
            </a:r>
            <a:r>
              <a:rPr lang="en-US" sz="1400" dirty="0"/>
              <a:t> </a:t>
            </a:r>
            <a:r>
              <a:rPr lang="en-US" sz="1400" dirty="0" err="1"/>
              <a:t>acumulando</a:t>
            </a:r>
            <a:r>
              <a:rPr lang="en-US" sz="1400" dirty="0"/>
              <a:t> </a:t>
            </a:r>
            <a:r>
              <a:rPr lang="en-US" sz="1400" dirty="0" err="1"/>
              <a:t>os</a:t>
            </a:r>
            <a:r>
              <a:rPr lang="en-US" sz="1400" dirty="0"/>
              <a:t> </a:t>
            </a:r>
            <a:r>
              <a:rPr lang="en-US" sz="1400" dirty="0" err="1"/>
              <a:t>valores</a:t>
            </a:r>
            <a:r>
              <a:rPr lang="en-US" sz="1400" dirty="0"/>
              <a:t> lidos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variável</a:t>
            </a:r>
            <a:r>
              <a:rPr lang="en-US" sz="1400" dirty="0"/>
              <a:t> </a:t>
            </a:r>
            <a:r>
              <a:rPr lang="en-US" sz="1400" dirty="0" err="1"/>
              <a:t>salario</a:t>
            </a:r>
            <a:r>
              <a:rPr lang="en-US" sz="1400" dirty="0"/>
              <a:t>.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motivo</a:t>
            </a:r>
            <a:r>
              <a:rPr lang="en-US" sz="1400" dirty="0"/>
              <a:t> </a:t>
            </a:r>
            <a:r>
              <a:rPr lang="en-US" sz="1400" dirty="0" err="1"/>
              <a:t>foi</a:t>
            </a:r>
            <a:r>
              <a:rPr lang="en-US" sz="1400" dirty="0"/>
              <a:t> </a:t>
            </a:r>
            <a:r>
              <a:rPr lang="en-US" sz="1400" dirty="0" err="1"/>
              <a:t>inicializada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0.</a:t>
            </a:r>
            <a:endParaRPr lang="pt-BR" sz="1400" dirty="0"/>
          </a:p>
        </p:txBody>
      </p:sp>
      <p:sp>
        <p:nvSpPr>
          <p:cNvPr id="5" name="Retângulo 4"/>
          <p:cNvSpPr/>
          <p:nvPr/>
        </p:nvSpPr>
        <p:spPr>
          <a:xfrm>
            <a:off x="3352800" y="5029200"/>
            <a:ext cx="3352800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8974BF7-C956-4AE4-8AB3-EB0417C5C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início</a:t>
            </a:r>
          </a:p>
        </p:txBody>
      </p:sp>
      <p:sp>
        <p:nvSpPr>
          <p:cNvPr id="12" name="Espaço Reservado para Número de Slide 3">
            <a:extLst>
              <a:ext uri="{FF2B5EF4-FFF2-40B4-BE49-F238E27FC236}">
                <a16:creationId xmlns:a16="http://schemas.microsoft.com/office/drawing/2014/main" id="{93E0B8DF-A993-493A-AECB-CFFDA8A15EC7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13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9DF9B57-8E93-499F-8103-5F3A019E8F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5DBE9E7-8888-4987-AE1C-81CB59C2BE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94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3218469" y="1729316"/>
            <a:ext cx="6241501" cy="5334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Faça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programa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gere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tabuada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1 a 10.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185" y="2286001"/>
            <a:ext cx="6975785" cy="43085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Pergaminho horizontal 2"/>
          <p:cNvSpPr/>
          <p:nvPr/>
        </p:nvSpPr>
        <p:spPr>
          <a:xfrm>
            <a:off x="7162800" y="2019300"/>
            <a:ext cx="3352800" cy="2590800"/>
          </a:xfrm>
          <a:prstGeom prst="horizontalScroll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Quando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tem um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laço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dentro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outro,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executa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vez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laço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externo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valer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1) 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depois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laço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externo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1 a 10).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Isto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feito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até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laço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externo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valer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11. 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vez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laço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externo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rode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vez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interno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roda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10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vezes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neste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  <a:endParaRPr lang="pt-BR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EC45005-D6F3-4561-8701-4C211739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início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7BA5732C-B029-4E91-B879-CC6C5F3BF47E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14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850160C-89D4-4451-9404-F9AE853154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9586EE4-F165-41AE-8679-07936036CF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38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8"/>
          <p:cNvGraphicFramePr>
            <a:graphicFrameLocks noGrp="1"/>
          </p:cNvGraphicFramePr>
          <p:nvPr>
            <p:extLst/>
          </p:nvPr>
        </p:nvGraphicFramePr>
        <p:xfrm>
          <a:off x="4416245" y="4956050"/>
          <a:ext cx="358140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2000" kern="1200" baseline="0" dirty="0"/>
                        <a:t>C</a:t>
                      </a:r>
                      <a:endParaRPr lang="pt-BR" sz="20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r>
                        <a:rPr lang="pt-BR" sz="2000" kern="1200" baseline="0" dirty="0"/>
                        <a:t>do {</a:t>
                      </a:r>
                    </a:p>
                    <a:p>
                      <a:r>
                        <a:rPr lang="pt-BR" sz="2000" kern="1200" baseline="0" dirty="0"/>
                        <a:t>       ... Bloco de Instruções ...</a:t>
                      </a:r>
                    </a:p>
                    <a:p>
                      <a:r>
                        <a:rPr lang="pt-BR" sz="2000" kern="1200" baseline="0" dirty="0"/>
                        <a:t>} while (condição/ões);</a:t>
                      </a:r>
                      <a:endParaRPr lang="pt-BR" sz="20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1995820" y="2054655"/>
            <a:ext cx="8379371" cy="35814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diferença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entre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repetição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com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teste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lógico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no final e o while(){ …}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menos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teste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lógico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final.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Todas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as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regras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 while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valem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para o do … while.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Uma das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situações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utilizadas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para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validação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informação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exemplo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garantir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valor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digitado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0.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Sintaxe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E522721-82FB-40A3-AE7F-EA138F85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final</a:t>
            </a: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458E7E7F-A27A-4642-B9F0-A7EF2F3BE049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15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F5B767E-B7F9-4A3D-8F74-1FD771BFC8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E638F23-6FA5-4A48-BB60-3BE5BF6F30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57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3214010" y="1713771"/>
            <a:ext cx="7157731" cy="838200"/>
          </a:xfrm>
        </p:spPr>
        <p:txBody>
          <a:bodyPr>
            <a:normAutofit fontScale="92500" lnSpcReduction="10000"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Faça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algoritmo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leia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um valor e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garanta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mesmo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positivo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75" y="2716047"/>
            <a:ext cx="7829550" cy="3467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4CAC0509-BF0F-4555-AE2C-C6174D973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final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01353462-75D0-4395-B47E-43D69C59CB54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16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54865A0-F778-4C10-BEFC-09AE199366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3D925F5-C7EF-476B-9958-3BC22DFB84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16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736490" y="1855901"/>
            <a:ext cx="7467600" cy="5334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Elabore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algoritmo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exiba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os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valores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1 a 20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tela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1" y="2514600"/>
            <a:ext cx="4281453" cy="3352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79D5ED1-85AA-4021-9661-52E56D10C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final</a:t>
            </a:r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297120D1-1669-40E8-BFF8-65D43AB11FE6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17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272942A-6EF4-4AFC-B696-2070433E59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068E1B3-3B73-4FB1-A7DD-1BDD696511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97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775" y="2360066"/>
            <a:ext cx="6858000" cy="4269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Content Placeholder 6"/>
          <p:cNvSpPr>
            <a:spLocks noGrp="1"/>
          </p:cNvSpPr>
          <p:nvPr>
            <p:ph idx="1"/>
          </p:nvPr>
        </p:nvSpPr>
        <p:spPr>
          <a:xfrm>
            <a:off x="3500015" y="1605003"/>
            <a:ext cx="6255110" cy="5334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Faça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programa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gere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tabuada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1 a 10.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568FD75-5C90-445B-A7B7-0C58D6CC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final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82AF29CE-10AA-421E-A16D-E0D86FCE6914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18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DB1754F-E45F-421D-AD0A-A6E26D69EA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BC05E3A-1C75-4D24-9EF8-459543AAF5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81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1992370" y="2207360"/>
            <a:ext cx="8379371" cy="427269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Sempre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existe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confusão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entre o while e o do … while. O principal é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while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realiza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teste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lógico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no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início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Já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do … while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sempre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executará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teste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será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somente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final do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O do … while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utilizado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quando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precisa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menos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quando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preciso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testar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primeira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muitos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usar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while()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-se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utilizar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também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… while.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será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enquanto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for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verdadeira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Apartir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momento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for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falsa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primeira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instrução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fora do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3524EA0-8499-4339-A683-EEF7DFEFB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teste lógico no final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A000CC42-D017-4855-A637-7D72DF0A14CC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19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2890116-F11F-4363-8CD0-110DE1B8A4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B7CD846-15A8-4F43-91DB-2E830F2756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97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8"/>
          <p:cNvGraphicFramePr>
            <a:graphicFrameLocks noGrp="1"/>
          </p:cNvGraphicFramePr>
          <p:nvPr>
            <p:extLst/>
          </p:nvPr>
        </p:nvGraphicFramePr>
        <p:xfrm>
          <a:off x="2104911" y="4191000"/>
          <a:ext cx="815340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4808">
                <a:tc>
                  <a:txBody>
                    <a:bodyPr/>
                    <a:lstStyle/>
                    <a:p>
                      <a:pPr algn="ctr"/>
                      <a:r>
                        <a:rPr lang="pt-BR" sz="2400" kern="1200" baseline="0" dirty="0"/>
                        <a:t>C</a:t>
                      </a:r>
                      <a:endParaRPr lang="pt-BR" sz="2400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9192">
                <a:tc>
                  <a:txBody>
                    <a:bodyPr/>
                    <a:lstStyle/>
                    <a:p>
                      <a:r>
                        <a:rPr lang="pt-BR" sz="2000" kern="1200" baseline="0" dirty="0"/>
                        <a:t>for (inicialização da(s) variável(</a:t>
                      </a:r>
                      <a:r>
                        <a:rPr lang="pt-BR" sz="2000" kern="1200" baseline="0" dirty="0" err="1"/>
                        <a:t>is</a:t>
                      </a:r>
                      <a:r>
                        <a:rPr lang="pt-BR" sz="2000" kern="1200" baseline="0" dirty="0"/>
                        <a:t>); condição(</a:t>
                      </a:r>
                      <a:r>
                        <a:rPr lang="pt-BR" sz="2000" kern="1200" baseline="0" dirty="0" err="1"/>
                        <a:t>ões</a:t>
                      </a:r>
                      <a:r>
                        <a:rPr lang="pt-BR" sz="2000" kern="1200" baseline="0" dirty="0"/>
                        <a:t>); incremento/decremento) {</a:t>
                      </a:r>
                    </a:p>
                    <a:p>
                      <a:pPr algn="ctr"/>
                      <a:r>
                        <a:rPr lang="pt-BR" sz="2000" kern="1200" baseline="0" dirty="0"/>
                        <a:t>... Bloco de Instruções ...</a:t>
                      </a:r>
                    </a:p>
                    <a:p>
                      <a:r>
                        <a:rPr lang="pt-BR" sz="2000" kern="1200" baseline="0" dirty="0"/>
                        <a:t>}</a:t>
                      </a:r>
                      <a:endParaRPr lang="pt-BR" sz="20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2209799" y="1981200"/>
            <a:ext cx="8009236" cy="19812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repetição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for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funciona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outros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dois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Enquanto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verdadeira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Só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para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quando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torna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falsa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Sintaxe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897B4CC-5ECC-4A3C-80D4-2A72381A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variável de controle</a:t>
            </a: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BD867588-91A8-4DD2-9440-3EC817DF0BF2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20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987F9DB-FB05-466A-AC03-5EFD3965A9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B6BF254-1E4B-4706-B472-1D3063F9DF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53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2748921" y="2054655"/>
            <a:ext cx="7584277" cy="266944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repetição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for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formado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pelos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itens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abaixo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Inicialização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atribui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os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valores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início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das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variáveis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condição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condições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para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execute.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Incremento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/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Decremento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incremento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/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decremento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variáveis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separa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cada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dos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itens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vírgula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(;).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for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conter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três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itens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F334D44-1486-44B4-B4CE-6A296772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variável de controle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4BC44E1D-212E-4338-AEDE-E3E9664A82B5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21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FC62FA7-0AAC-454E-BD36-C366F260FA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7EFCE6E-8634-4552-80DF-9BC7DAFDE4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982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2897106" y="1794660"/>
            <a:ext cx="7467600" cy="5334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Elabore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algoritmo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exiba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os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valores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1 a 20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tela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552" y="2756101"/>
            <a:ext cx="4922781" cy="32158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tângulo 2"/>
          <p:cNvSpPr/>
          <p:nvPr/>
        </p:nvSpPr>
        <p:spPr>
          <a:xfrm>
            <a:off x="4544951" y="4691580"/>
            <a:ext cx="784990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de seta reta 7"/>
          <p:cNvCxnSpPr/>
          <p:nvPr/>
        </p:nvCxnSpPr>
        <p:spPr>
          <a:xfrm flipV="1">
            <a:off x="4937447" y="4364044"/>
            <a:ext cx="598105" cy="3275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5568993" y="4039390"/>
            <a:ext cx="164295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Inicializou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variável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1.</a:t>
            </a:r>
            <a:endParaRPr lang="pt-BR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5540132" y="4691580"/>
            <a:ext cx="989742" cy="1524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/>
          <p:cNvCxnSpPr/>
          <p:nvPr/>
        </p:nvCxnSpPr>
        <p:spPr>
          <a:xfrm>
            <a:off x="6373751" y="4843980"/>
            <a:ext cx="381000" cy="3048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6148374" y="5171518"/>
            <a:ext cx="1642958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Enquanto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variável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não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chegar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21, 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laço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continuará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repetindo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t-BR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6680007" y="4699174"/>
            <a:ext cx="683487" cy="14480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onector de seta reta 15"/>
          <p:cNvCxnSpPr>
            <a:stCxn id="14" idx="3"/>
          </p:cNvCxnSpPr>
          <p:nvPr/>
        </p:nvCxnSpPr>
        <p:spPr>
          <a:xfrm flipV="1">
            <a:off x="7363494" y="4501055"/>
            <a:ext cx="427839" cy="27052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7834152" y="3887116"/>
            <a:ext cx="1642958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vez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laço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repete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incrementa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1 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variável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cont.</a:t>
            </a:r>
            <a:endParaRPr lang="pt-BR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FEF098B-1AC9-4E2A-B62F-D21FECFA7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variável de controle</a:t>
            </a:r>
          </a:p>
        </p:txBody>
      </p:sp>
      <p:sp>
        <p:nvSpPr>
          <p:cNvPr id="18" name="Espaço Reservado para Número de Slide 3">
            <a:extLst>
              <a:ext uri="{FF2B5EF4-FFF2-40B4-BE49-F238E27FC236}">
                <a16:creationId xmlns:a16="http://schemas.microsoft.com/office/drawing/2014/main" id="{3015E92C-B96F-4119-863D-D83631E072F9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22</a:t>
            </a:fld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E530683B-7959-4CF3-9CB2-4E09D3E9DE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BD05562D-831B-48F4-BB89-030A30AD77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58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3194605" y="1752601"/>
            <a:ext cx="7027364" cy="784983"/>
          </a:xfrm>
        </p:spPr>
        <p:txBody>
          <a:bodyPr>
            <a:normAutofit fontScale="92500" lnSpcReduction="20000"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Elabore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algoritmo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exiba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os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valores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10 a 100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tela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pulando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5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em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5.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900" y="2970885"/>
            <a:ext cx="5486400" cy="29832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8" name="Conector de seta reta 7"/>
          <p:cNvCxnSpPr/>
          <p:nvPr/>
        </p:nvCxnSpPr>
        <p:spPr>
          <a:xfrm flipV="1">
            <a:off x="7309101" y="4457812"/>
            <a:ext cx="598105" cy="3275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7907205" y="3998711"/>
            <a:ext cx="164295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Incrementa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variável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5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5.</a:t>
            </a:r>
            <a:endParaRPr lang="pt-BR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67AA591-2141-4527-A9F6-C8666953C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variável de controle</a:t>
            </a:r>
          </a:p>
        </p:txBody>
      </p:sp>
      <p:sp>
        <p:nvSpPr>
          <p:cNvPr id="11" name="Espaço Reservado para Número de Slide 3">
            <a:extLst>
              <a:ext uri="{FF2B5EF4-FFF2-40B4-BE49-F238E27FC236}">
                <a16:creationId xmlns:a16="http://schemas.microsoft.com/office/drawing/2014/main" id="{469678C4-6F64-442F-B1E4-6FCAD178D592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23</a:t>
            </a:fld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B80D360-2251-4476-ABB8-9D414877BA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C8E8ED4-F2BF-4C0D-8668-DE9C6CDAA0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044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3354783" y="1730721"/>
            <a:ext cx="6253433" cy="5334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Faça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programa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gere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tabuada</a:t>
            </a:r>
            <a:r>
              <a:rPr lang="en-US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 de 1 a 10.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6350">
              <a:lnSpc>
                <a:spcPts val="24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998" y="2512771"/>
            <a:ext cx="7239000" cy="38358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015003A5-4A60-4FB2-A216-C56875F1A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variável de controle</a:t>
            </a: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E2D4CC2F-4FC2-4826-BCD9-186DDF4EE5E5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24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9F66F45-E0A2-4005-8E3D-BECC2C9F9F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78D041E-347C-41ED-94D2-4848821275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83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6"/>
          <p:cNvSpPr>
            <a:spLocks noGrp="1"/>
          </p:cNvSpPr>
          <p:nvPr>
            <p:ph idx="1"/>
          </p:nvPr>
        </p:nvSpPr>
        <p:spPr>
          <a:xfrm>
            <a:off x="2133600" y="1828800"/>
            <a:ext cx="8238140" cy="19050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relação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itens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constituem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for,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-se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3,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bem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algum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deles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excluído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Também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-se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um item,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deve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separado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vírgula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(,).</a:t>
            </a: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141413" lvl="1" indent="-6350">
              <a:lnSpc>
                <a:spcPts val="2400"/>
              </a:lnSpc>
            </a:pPr>
            <a:endParaRPr lang="en-US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733800"/>
            <a:ext cx="7589520" cy="2971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94D14EC-2E80-40D2-BA9C-F6BCDF7A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de Repetição com variável de controle</a:t>
            </a: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EA856095-DA68-412E-ADBD-8231D7E5ECAC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25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097980-DF93-4B90-8D73-C59B7993AE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E55E405-2BB3-431A-BE38-ACE33DA5FF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75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pergunta">
            <a:extLst>
              <a:ext uri="{FF2B5EF4-FFF2-40B4-BE49-F238E27FC236}">
                <a16:creationId xmlns:a16="http://schemas.microsoft.com/office/drawing/2014/main" id="{CC482939-4CA7-4B5C-942A-B022C66D3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22985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016E07-6676-4D9F-84C3-0DA255F2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 pela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D0E9C-AD7C-455C-88CE-D6B4B15F3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114300" indent="0" algn="r">
              <a:buNone/>
            </a:pPr>
            <a:r>
              <a:rPr lang="pt-BR" sz="3200" u="sng" dirty="0"/>
              <a:t>contato</a:t>
            </a:r>
            <a:r>
              <a:rPr lang="pt-BR" sz="3200" dirty="0"/>
              <a:t>: felski@univali.br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F168F6-54B4-4590-9613-DC579FD2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26</a:t>
            </a:fld>
            <a:endParaRPr lang="pt-BR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26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9F42466-33B4-4D95-B47F-8A7D68770C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9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15121</TotalTime>
  <Words>1780</Words>
  <Application>Microsoft Office PowerPoint</Application>
  <PresentationFormat>Widescreen</PresentationFormat>
  <Paragraphs>160</Paragraphs>
  <Slides>26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Cambria</vt:lpstr>
      <vt:lpstr>Times New Roman</vt:lpstr>
      <vt:lpstr>Verdana</vt:lpstr>
      <vt:lpstr>Wingdings</vt:lpstr>
      <vt:lpstr>Adjacência</vt:lpstr>
      <vt:lpstr>Laço de Repetição</vt:lpstr>
      <vt:lpstr>Definições</vt:lpstr>
      <vt:lpstr>Definições</vt:lpstr>
      <vt:lpstr>Definições</vt:lpstr>
      <vt:lpstr>Laço de Repetição com teste lógico no início</vt:lpstr>
      <vt:lpstr>Laço de Repetição com teste lógico no início</vt:lpstr>
      <vt:lpstr>Laço de Repetição com teste lógico no início</vt:lpstr>
      <vt:lpstr>Laço de Repetição com teste lógico no início</vt:lpstr>
      <vt:lpstr>Laço de Repetição com teste lógico no início</vt:lpstr>
      <vt:lpstr>Laço de Repetição com teste lógico no início</vt:lpstr>
      <vt:lpstr>Laço de Repetição com teste lógico no início</vt:lpstr>
      <vt:lpstr>Laço de Repetição com teste lógico no início</vt:lpstr>
      <vt:lpstr>Laço de Repetição com teste lógico no início</vt:lpstr>
      <vt:lpstr>Laço de Repetição com teste lógico no início</vt:lpstr>
      <vt:lpstr>Laço de Repetição com teste lógico no final</vt:lpstr>
      <vt:lpstr>Laço de Repetição com teste lógico no final</vt:lpstr>
      <vt:lpstr>Laço de Repetição com teste lógico no final</vt:lpstr>
      <vt:lpstr>Laço de Repetição com teste lógico no final</vt:lpstr>
      <vt:lpstr>Laço de Repetição com teste lógico no final</vt:lpstr>
      <vt:lpstr>Laço de Repetição com variável de controle</vt:lpstr>
      <vt:lpstr>Laço de Repetição com variável de controle</vt:lpstr>
      <vt:lpstr>Laço de Repetição com variável de controle</vt:lpstr>
      <vt:lpstr>Laço de Repetição com variável de controle</vt:lpstr>
      <vt:lpstr>Laço de Repetição com variável de controle</vt:lpstr>
      <vt:lpstr>Laço de Repetição com variável de controle</vt:lpstr>
      <vt:lpstr>Obrigado pela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alexrese</dc:creator>
  <cp:lastModifiedBy>Thiago Pereira</cp:lastModifiedBy>
  <cp:revision>616</cp:revision>
  <dcterms:created xsi:type="dcterms:W3CDTF">2014-11-11T18:41:35Z</dcterms:created>
  <dcterms:modified xsi:type="dcterms:W3CDTF">2019-03-22T21:13:20Z</dcterms:modified>
</cp:coreProperties>
</file>