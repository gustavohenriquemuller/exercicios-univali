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60" r:id="rId1"/>
  </p:sldMasterIdLst>
  <p:notesMasterIdLst>
    <p:notesMasterId r:id="rId12"/>
  </p:notesMasterIdLst>
  <p:sldIdLst>
    <p:sldId id="256" r:id="rId2"/>
    <p:sldId id="506" r:id="rId3"/>
    <p:sldId id="507" r:id="rId4"/>
    <p:sldId id="280" r:id="rId5"/>
    <p:sldId id="276" r:id="rId6"/>
    <p:sldId id="281" r:id="rId7"/>
    <p:sldId id="277" r:id="rId8"/>
    <p:sldId id="278" r:id="rId9"/>
    <p:sldId id="279" r:id="rId10"/>
    <p:sldId id="504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8359"/>
    <a:srgbClr val="FFFF99"/>
    <a:srgbClr val="242424"/>
    <a:srgbClr val="9CCCE4"/>
    <a:srgbClr val="99CC00"/>
    <a:srgbClr val="CCFF33"/>
    <a:srgbClr val="1F1F1F"/>
    <a:srgbClr val="161616"/>
    <a:srgbClr val="151515"/>
    <a:srgbClr val="645C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503" autoAdjust="0"/>
  </p:normalViewPr>
  <p:slideViewPr>
    <p:cSldViewPr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584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Luciano Roesler Rese" userId="1bb33b6d150db90b" providerId="LiveId" clId="{6DF6F3E0-DD4F-44BC-9188-6513FC5D3B0A}"/>
  </pc:docChgLst>
  <pc:docChgLst>
    <pc:chgData userId="1bb33b6d150db90b" providerId="LiveId" clId="{F9B35A3E-3BBF-42D5-8D98-ACFDA8B42226}"/>
  </pc:docChgLst>
  <pc:docChgLst>
    <pc:chgData name="Alex Luciano Roesler Rese" userId="1bb33b6d150db90b" providerId="LiveId" clId="{5110DA3C-99ED-4B0D-B432-307948D65573}"/>
    <pc:docChg chg="undo custSel addSld delSld modSld sldOrd">
      <pc:chgData name="Alex Luciano Roesler Rese" userId="1bb33b6d150db90b" providerId="LiveId" clId="{5110DA3C-99ED-4B0D-B432-307948D65573}" dt="2018-09-13T02:38:18.653" v="137"/>
      <pc:docMkLst>
        <pc:docMk/>
      </pc:docMkLst>
    </pc:docChg>
  </pc:docChgLst>
  <pc:docChgLst>
    <pc:chgData name="Alex Luciano Roesler Rese" userId="1bb33b6d150db90b" providerId="LiveId" clId="{B12B8455-FB12-489D-BE54-0C0BEE2FFA11}"/>
    <pc:docChg chg="undo redo custSel addSld delSld modSld sldOrd">
      <pc:chgData name="Alex Luciano Roesler Rese" userId="1bb33b6d150db90b" providerId="LiveId" clId="{B12B8455-FB12-489D-BE54-0C0BEE2FFA11}" dt="2018-12-10T15:12:19.881" v="1118" actId="20577"/>
      <pc:docMkLst>
        <pc:docMk/>
      </pc:docMkLst>
      <pc:sldChg chg="modSp">
        <pc:chgData name="Alex Luciano Roesler Rese" userId="1bb33b6d150db90b" providerId="LiveId" clId="{B12B8455-FB12-489D-BE54-0C0BEE2FFA11}" dt="2018-12-10T15:10:12.043" v="1086" actId="20577"/>
        <pc:sldMkLst>
          <pc:docMk/>
          <pc:sldMk cId="3218115137" sldId="256"/>
        </pc:sldMkLst>
        <pc:spChg chg="mod">
          <ac:chgData name="Alex Luciano Roesler Rese" userId="1bb33b6d150db90b" providerId="LiveId" clId="{B12B8455-FB12-489D-BE54-0C0BEE2FFA11}" dt="2018-12-10T15:10:12.043" v="1086" actId="20577"/>
          <ac:spMkLst>
            <pc:docMk/>
            <pc:sldMk cId="3218115137" sldId="256"/>
            <ac:spMk id="3" creationId="{00000000-0000-0000-0000-000000000000}"/>
          </ac:spMkLst>
        </pc:spChg>
      </pc:sldChg>
      <pc:sldChg chg="modSp">
        <pc:chgData name="Alex Luciano Roesler Rese" userId="1bb33b6d150db90b" providerId="LiveId" clId="{B12B8455-FB12-489D-BE54-0C0BEE2FFA11}" dt="2018-12-10T15:11:55.596" v="1112" actId="20577"/>
        <pc:sldMkLst>
          <pc:docMk/>
          <pc:sldMk cId="954850637" sldId="377"/>
        </pc:sldMkLst>
        <pc:spChg chg="mod">
          <ac:chgData name="Alex Luciano Roesler Rese" userId="1bb33b6d150db90b" providerId="LiveId" clId="{B12B8455-FB12-489D-BE54-0C0BEE2FFA11}" dt="2018-12-10T15:11:55.596" v="1112" actId="20577"/>
          <ac:spMkLst>
            <pc:docMk/>
            <pc:sldMk cId="954850637" sldId="377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1:57:02.391" v="106" actId="20577"/>
          <ac:spMkLst>
            <pc:docMk/>
            <pc:sldMk cId="954850637" sldId="377"/>
            <ac:spMk id="10" creationId="{00000000-0000-0000-0000-000000000000}"/>
          </ac:spMkLst>
        </pc:spChg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3220328467" sldId="384"/>
        </pc:sldMkLst>
      </pc:sldChg>
      <pc:sldChg chg="modSp add del">
        <pc:chgData name="Alex Luciano Roesler Rese" userId="1bb33b6d150db90b" providerId="LiveId" clId="{B12B8455-FB12-489D-BE54-0C0BEE2FFA11}" dt="2018-12-10T15:03:50.280" v="939" actId="2696"/>
        <pc:sldMkLst>
          <pc:docMk/>
          <pc:sldMk cId="2384458266" sldId="466"/>
        </pc:sldMkLst>
        <pc:spChg chg="mod">
          <ac:chgData name="Alex Luciano Roesler Rese" userId="1bb33b6d150db90b" providerId="LiveId" clId="{B12B8455-FB12-489D-BE54-0C0BEE2FFA11}" dt="2018-12-10T12:18:24.557" v="325" actId="20577"/>
          <ac:spMkLst>
            <pc:docMk/>
            <pc:sldMk cId="2384458266" sldId="466"/>
            <ac:spMk id="10" creationId="{00000000-0000-0000-0000-000000000000}"/>
          </ac:spMkLst>
        </pc:spChg>
      </pc:sldChg>
      <pc:sldChg chg="modSp">
        <pc:chgData name="Alex Luciano Roesler Rese" userId="1bb33b6d150db90b" providerId="LiveId" clId="{B12B8455-FB12-489D-BE54-0C0BEE2FFA11}" dt="2018-12-10T15:12:04.417" v="1113" actId="20577"/>
        <pc:sldMkLst>
          <pc:docMk/>
          <pc:sldMk cId="601051517" sldId="467"/>
        </pc:sldMkLst>
        <pc:spChg chg="mod">
          <ac:chgData name="Alex Luciano Roesler Rese" userId="1bb33b6d150db90b" providerId="LiveId" clId="{B12B8455-FB12-489D-BE54-0C0BEE2FFA11}" dt="2018-12-10T15:12:04.417" v="1113" actId="20577"/>
          <ac:spMkLst>
            <pc:docMk/>
            <pc:sldMk cId="601051517" sldId="467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2:20:30.631" v="333" actId="20577"/>
          <ac:spMkLst>
            <pc:docMk/>
            <pc:sldMk cId="601051517" sldId="467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7:13.329" v="7" actId="2696"/>
        <pc:sldMkLst>
          <pc:docMk/>
          <pc:sldMk cId="2012669873" sldId="468"/>
        </pc:sldMkLst>
      </pc:sldChg>
      <pc:sldChg chg="del">
        <pc:chgData name="Alex Luciano Roesler Rese" userId="1bb33b6d150db90b" providerId="LiveId" clId="{B12B8455-FB12-489D-BE54-0C0BEE2FFA11}" dt="2018-12-10T11:56:18.746" v="82" actId="2696"/>
        <pc:sldMkLst>
          <pc:docMk/>
          <pc:sldMk cId="2444174353" sldId="469"/>
        </pc:sldMkLst>
      </pc:sldChg>
      <pc:sldChg chg="modSp">
        <pc:chgData name="Alex Luciano Roesler Rese" userId="1bb33b6d150db90b" providerId="LiveId" clId="{B12B8455-FB12-489D-BE54-0C0BEE2FFA11}" dt="2018-12-10T15:12:08.737" v="1114" actId="20577"/>
        <pc:sldMkLst>
          <pc:docMk/>
          <pc:sldMk cId="2049036579" sldId="470"/>
        </pc:sldMkLst>
        <pc:spChg chg="mod">
          <ac:chgData name="Alex Luciano Roesler Rese" userId="1bb33b6d150db90b" providerId="LiveId" clId="{B12B8455-FB12-489D-BE54-0C0BEE2FFA11}" dt="2018-12-10T15:12:08.737" v="1114" actId="20577"/>
          <ac:spMkLst>
            <pc:docMk/>
            <pc:sldMk cId="2049036579" sldId="470"/>
            <ac:spMk id="2" creationId="{00000000-0000-0000-0000-000000000000}"/>
          </ac:spMkLst>
        </pc:spChg>
      </pc:sldChg>
      <pc:sldChg chg="modSp add del">
        <pc:chgData name="Alex Luciano Roesler Rese" userId="1bb33b6d150db90b" providerId="LiveId" clId="{B12B8455-FB12-489D-BE54-0C0BEE2FFA11}" dt="2018-12-10T12:33:59.664" v="334" actId="2696"/>
        <pc:sldMkLst>
          <pc:docMk/>
          <pc:sldMk cId="740630829" sldId="471"/>
        </pc:sldMkLst>
        <pc:spChg chg="mod">
          <ac:chgData name="Alex Luciano Roesler Rese" userId="1bb33b6d150db90b" providerId="LiveId" clId="{B12B8455-FB12-489D-BE54-0C0BEE2FFA11}" dt="2018-12-10T11:56:36.585" v="87" actId="2696"/>
          <ac:spMkLst>
            <pc:docMk/>
            <pc:sldMk cId="740630829" sldId="471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7:37.903" v="8" actId="2696"/>
        <pc:sldMkLst>
          <pc:docMk/>
          <pc:sldMk cId="1294230079" sldId="471"/>
        </pc:sldMkLst>
      </pc:sldChg>
      <pc:sldChg chg="modSp add ord">
        <pc:chgData name="Alex Luciano Roesler Rese" userId="1bb33b6d150db90b" providerId="LiveId" clId="{B12B8455-FB12-489D-BE54-0C0BEE2FFA11}" dt="2018-12-10T12:00:05.943" v="232" actId="20577"/>
        <pc:sldMkLst>
          <pc:docMk/>
          <pc:sldMk cId="3555348269" sldId="472"/>
        </pc:sldMkLst>
        <pc:spChg chg="mod">
          <ac:chgData name="Alex Luciano Roesler Rese" userId="1bb33b6d150db90b" providerId="LiveId" clId="{B12B8455-FB12-489D-BE54-0C0BEE2FFA11}" dt="2018-12-10T11:57:52.949" v="126" actId="20577"/>
          <ac:spMkLst>
            <pc:docMk/>
            <pc:sldMk cId="3555348269" sldId="472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2:00:02.382" v="231" actId="20577"/>
          <ac:spMkLst>
            <pc:docMk/>
            <pc:sldMk cId="3555348269" sldId="472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8:49.208" v="38" actId="2696"/>
        <pc:sldMkLst>
          <pc:docMk/>
          <pc:sldMk cId="4150582811" sldId="472"/>
        </pc:sldMkLst>
      </pc:sldChg>
      <pc:sldChg chg="add del">
        <pc:chgData name="Alex Luciano Roesler Rese" userId="1bb33b6d150db90b" providerId="LiveId" clId="{B12B8455-FB12-489D-BE54-0C0BEE2FFA11}" dt="2018-12-10T11:56:54.897" v="102" actId="20577"/>
        <pc:sldMkLst>
          <pc:docMk/>
          <pc:sldMk cId="1231562481" sldId="473"/>
        </pc:sldMkLst>
      </pc:sldChg>
      <pc:sldChg chg="addSp modSp add">
        <pc:chgData name="Alex Luciano Roesler Rese" userId="1bb33b6d150db90b" providerId="LiveId" clId="{B12B8455-FB12-489D-BE54-0C0BEE2FFA11}" dt="2018-12-10T12:47:27.359" v="465" actId="115"/>
        <pc:sldMkLst>
          <pc:docMk/>
          <pc:sldMk cId="1285667598" sldId="473"/>
        </pc:sldMkLst>
        <pc:spChg chg="mod">
          <ac:chgData name="Alex Luciano Roesler Rese" userId="1bb33b6d150db90b" providerId="LiveId" clId="{B12B8455-FB12-489D-BE54-0C0BEE2FFA11}" dt="2018-12-10T12:13:48.986" v="257" actId="20577"/>
          <ac:spMkLst>
            <pc:docMk/>
            <pc:sldMk cId="1285667598" sldId="473"/>
            <ac:spMk id="2" creationId="{00000000-0000-0000-0000-000000000000}"/>
          </ac:spMkLst>
        </pc:spChg>
        <pc:spChg chg="add mod">
          <ac:chgData name="Alex Luciano Roesler Rese" userId="1bb33b6d150db90b" providerId="LiveId" clId="{B12B8455-FB12-489D-BE54-0C0BEE2FFA11}" dt="2018-12-10T12:47:27.359" v="465" actId="115"/>
          <ac:spMkLst>
            <pc:docMk/>
            <pc:sldMk cId="1285667598" sldId="473"/>
            <ac:spMk id="9" creationId="{D3EBC79A-D115-4A81-BA76-9EA234E78F7E}"/>
          </ac:spMkLst>
        </pc:spChg>
        <pc:spChg chg="mod">
          <ac:chgData name="Alex Luciano Roesler Rese" userId="1bb33b6d150db90b" providerId="LiveId" clId="{B12B8455-FB12-489D-BE54-0C0BEE2FFA11}" dt="2018-12-10T12:13:39.631" v="245" actId="20577"/>
          <ac:spMkLst>
            <pc:docMk/>
            <pc:sldMk cId="1285667598" sldId="473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8:49.865" v="39" actId="2696"/>
        <pc:sldMkLst>
          <pc:docMk/>
          <pc:sldMk cId="3164557332" sldId="473"/>
        </pc:sldMkLst>
      </pc:sldChg>
      <pc:sldChg chg="del">
        <pc:chgData name="Alex Luciano Roesler Rese" userId="1bb33b6d150db90b" providerId="LiveId" clId="{B12B8455-FB12-489D-BE54-0C0BEE2FFA11}" dt="2018-12-10T10:57:56.515" v="9" actId="2696"/>
        <pc:sldMkLst>
          <pc:docMk/>
          <pc:sldMk cId="2502347641" sldId="474"/>
        </pc:sldMkLst>
      </pc:sldChg>
      <pc:sldChg chg="addSp delSp modSp add ord">
        <pc:chgData name="Alex Luciano Roesler Rese" userId="1bb33b6d150db90b" providerId="LiveId" clId="{B12B8455-FB12-489D-BE54-0C0BEE2FFA11}" dt="2018-12-10T15:10:35.423" v="1099" actId="20577"/>
        <pc:sldMkLst>
          <pc:docMk/>
          <pc:sldMk cId="4265120270" sldId="474"/>
        </pc:sldMkLst>
        <pc:spChg chg="mod">
          <ac:chgData name="Alex Luciano Roesler Rese" userId="1bb33b6d150db90b" providerId="LiveId" clId="{B12B8455-FB12-489D-BE54-0C0BEE2FFA11}" dt="2018-12-10T15:10:35.423" v="1099" actId="20577"/>
          <ac:spMkLst>
            <pc:docMk/>
            <pc:sldMk cId="4265120270" sldId="474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5:08:00.334" v="1060" actId="20577"/>
          <ac:spMkLst>
            <pc:docMk/>
            <pc:sldMk cId="4265120270" sldId="474"/>
            <ac:spMk id="10" creationId="{00000000-0000-0000-0000-000000000000}"/>
          </ac:spMkLst>
        </pc:spChg>
        <pc:graphicFrameChg chg="add del">
          <ac:chgData name="Alex Luciano Roesler Rese" userId="1bb33b6d150db90b" providerId="LiveId" clId="{B12B8455-FB12-489D-BE54-0C0BEE2FFA11}" dt="2018-12-10T15:01:40.295" v="764" actId="20577"/>
          <ac:graphicFrameMkLst>
            <pc:docMk/>
            <pc:sldMk cId="4265120270" sldId="474"/>
            <ac:graphicFrameMk id="3" creationId="{CE2D2345-6DBC-4526-B099-958448EDF95F}"/>
          </ac:graphicFrameMkLst>
        </pc:graphicFrameChg>
        <pc:graphicFrameChg chg="add del">
          <ac:chgData name="Alex Luciano Roesler Rese" userId="1bb33b6d150db90b" providerId="LiveId" clId="{B12B8455-FB12-489D-BE54-0C0BEE2FFA11}" dt="2018-12-10T15:04:34.554" v="943" actId="20577"/>
          <ac:graphicFrameMkLst>
            <pc:docMk/>
            <pc:sldMk cId="4265120270" sldId="474"/>
            <ac:graphicFrameMk id="7" creationId="{49FD07D5-FF40-4C1B-A138-7E01680CE885}"/>
          </ac:graphicFrameMkLst>
        </pc:graphicFrameChg>
        <pc:cxnChg chg="mod">
          <ac:chgData name="Alex Luciano Roesler Rese" userId="1bb33b6d150db90b" providerId="LiveId" clId="{B12B8455-FB12-489D-BE54-0C0BEE2FFA11}" dt="2018-12-10T15:01:59.126" v="769" actId="1036"/>
          <ac:cxnSpMkLst>
            <pc:docMk/>
            <pc:sldMk cId="4265120270" sldId="474"/>
            <ac:cxnSpMk id="5" creationId="{00000000-0000-0000-0000-000000000000}"/>
          </ac:cxnSpMkLst>
        </pc:cxnChg>
      </pc:sldChg>
      <pc:sldChg chg="del">
        <pc:chgData name="Alex Luciano Roesler Rese" userId="1bb33b6d150db90b" providerId="LiveId" clId="{B12B8455-FB12-489D-BE54-0C0BEE2FFA11}" dt="2018-12-10T10:57:57.323" v="10" actId="2696"/>
        <pc:sldMkLst>
          <pc:docMk/>
          <pc:sldMk cId="1752540348" sldId="475"/>
        </pc:sldMkLst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2959310369" sldId="475"/>
        </pc:sldMkLst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2627188555" sldId="476"/>
        </pc:sldMkLst>
      </pc:sldChg>
      <pc:sldChg chg="del">
        <pc:chgData name="Alex Luciano Roesler Rese" userId="1bb33b6d150db90b" providerId="LiveId" clId="{B12B8455-FB12-489D-BE54-0C0BEE2FFA11}" dt="2018-12-10T10:57:58.321" v="11" actId="2696"/>
        <pc:sldMkLst>
          <pc:docMk/>
          <pc:sldMk cId="3275135351" sldId="476"/>
        </pc:sldMkLst>
      </pc:sldChg>
      <pc:sldChg chg="del">
        <pc:chgData name="Alex Luciano Roesler Rese" userId="1bb33b6d150db90b" providerId="LiveId" clId="{B12B8455-FB12-489D-BE54-0C0BEE2FFA11}" dt="2018-12-10T10:57:58.890" v="12" actId="2696"/>
        <pc:sldMkLst>
          <pc:docMk/>
          <pc:sldMk cId="1460720815" sldId="477"/>
        </pc:sldMkLst>
      </pc:sldChg>
      <pc:sldChg chg="add ord">
        <pc:chgData name="Alex Luciano Roesler Rese" userId="1bb33b6d150db90b" providerId="LiveId" clId="{B12B8455-FB12-489D-BE54-0C0BEE2FFA11}" dt="2018-12-10T13:32:47.595" v="470" actId="20577"/>
        <pc:sldMkLst>
          <pc:docMk/>
          <pc:sldMk cId="3221541166" sldId="477"/>
        </pc:sldMkLst>
      </pc:sldChg>
      <pc:sldChg chg="del">
        <pc:chgData name="Alex Luciano Roesler Rese" userId="1bb33b6d150db90b" providerId="LiveId" clId="{B12B8455-FB12-489D-BE54-0C0BEE2FFA11}" dt="2018-12-10T10:58:05.099" v="13" actId="2696"/>
        <pc:sldMkLst>
          <pc:docMk/>
          <pc:sldMk cId="192996912" sldId="478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4165508290" sldId="478"/>
        </pc:sldMkLst>
      </pc:sldChg>
      <pc:sldChg chg="del">
        <pc:chgData name="Alex Luciano Roesler Rese" userId="1bb33b6d150db90b" providerId="LiveId" clId="{B12B8455-FB12-489D-BE54-0C0BEE2FFA11}" dt="2018-12-10T10:58:06.616" v="14" actId="2696"/>
        <pc:sldMkLst>
          <pc:docMk/>
          <pc:sldMk cId="601416813" sldId="479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79496617" sldId="479"/>
        </pc:sldMkLst>
      </pc:sldChg>
      <pc:sldChg chg="del">
        <pc:chgData name="Alex Luciano Roesler Rese" userId="1bb33b6d150db90b" providerId="LiveId" clId="{B12B8455-FB12-489D-BE54-0C0BEE2FFA11}" dt="2018-12-10T10:58:18.098" v="15" actId="2696"/>
        <pc:sldMkLst>
          <pc:docMk/>
          <pc:sldMk cId="172323319" sldId="48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305628214" sldId="48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47488327" sldId="481"/>
        </pc:sldMkLst>
      </pc:sldChg>
      <pc:sldChg chg="del">
        <pc:chgData name="Alex Luciano Roesler Rese" userId="1bb33b6d150db90b" providerId="LiveId" clId="{B12B8455-FB12-489D-BE54-0C0BEE2FFA11}" dt="2018-12-10T10:58:19.951" v="16" actId="2696"/>
        <pc:sldMkLst>
          <pc:docMk/>
          <pc:sldMk cId="3199683894" sldId="481"/>
        </pc:sldMkLst>
      </pc:sldChg>
      <pc:sldChg chg="del">
        <pc:chgData name="Alex Luciano Roesler Rese" userId="1bb33b6d150db90b" providerId="LiveId" clId="{B12B8455-FB12-489D-BE54-0C0BEE2FFA11}" dt="2018-12-10T10:58:20.949" v="17" actId="2696"/>
        <pc:sldMkLst>
          <pc:docMk/>
          <pc:sldMk cId="658026775" sldId="482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413112582" sldId="482"/>
        </pc:sldMkLst>
      </pc:sldChg>
      <pc:sldChg chg="del">
        <pc:chgData name="Alex Luciano Roesler Rese" userId="1bb33b6d150db90b" providerId="LiveId" clId="{B12B8455-FB12-489D-BE54-0C0BEE2FFA11}" dt="2018-12-10T10:58:25.670" v="18" actId="2696"/>
        <pc:sldMkLst>
          <pc:docMk/>
          <pc:sldMk cId="180293900" sldId="483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4194047232" sldId="483"/>
        </pc:sldMkLst>
      </pc:sldChg>
      <pc:sldChg chg="del">
        <pc:chgData name="Alex Luciano Roesler Rese" userId="1bb33b6d150db90b" providerId="LiveId" clId="{B12B8455-FB12-489D-BE54-0C0BEE2FFA11}" dt="2018-12-10T10:58:26.155" v="19" actId="2696"/>
        <pc:sldMkLst>
          <pc:docMk/>
          <pc:sldMk cId="953099311" sldId="484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390732011" sldId="484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845136945" sldId="485"/>
        </pc:sldMkLst>
      </pc:sldChg>
      <pc:sldChg chg="del">
        <pc:chgData name="Alex Luciano Roesler Rese" userId="1bb33b6d150db90b" providerId="LiveId" clId="{B12B8455-FB12-489D-BE54-0C0BEE2FFA11}" dt="2018-12-10T10:58:26.696" v="20" actId="2696"/>
        <pc:sldMkLst>
          <pc:docMk/>
          <pc:sldMk cId="3692363374" sldId="485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768096179" sldId="486"/>
        </pc:sldMkLst>
      </pc:sldChg>
      <pc:sldChg chg="del">
        <pc:chgData name="Alex Luciano Roesler Rese" userId="1bb33b6d150db90b" providerId="LiveId" clId="{B12B8455-FB12-489D-BE54-0C0BEE2FFA11}" dt="2018-12-10T10:58:27.250" v="21" actId="2696"/>
        <pc:sldMkLst>
          <pc:docMk/>
          <pc:sldMk cId="2527958681" sldId="486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384023659" sldId="487"/>
        </pc:sldMkLst>
      </pc:sldChg>
      <pc:sldChg chg="del">
        <pc:chgData name="Alex Luciano Roesler Rese" userId="1bb33b6d150db90b" providerId="LiveId" clId="{B12B8455-FB12-489D-BE54-0C0BEE2FFA11}" dt="2018-12-10T10:58:28.262" v="22" actId="2696"/>
        <pc:sldMkLst>
          <pc:docMk/>
          <pc:sldMk cId="3999326929" sldId="487"/>
        </pc:sldMkLst>
      </pc:sldChg>
      <pc:sldChg chg="del">
        <pc:chgData name="Alex Luciano Roesler Rese" userId="1bb33b6d150db90b" providerId="LiveId" clId="{B12B8455-FB12-489D-BE54-0C0BEE2FFA11}" dt="2018-12-10T10:58:31.870" v="23" actId="2696"/>
        <pc:sldMkLst>
          <pc:docMk/>
          <pc:sldMk cId="1987481494" sldId="488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22643369" sldId="488"/>
        </pc:sldMkLst>
      </pc:sldChg>
      <pc:sldChg chg="del">
        <pc:chgData name="Alex Luciano Roesler Rese" userId="1bb33b6d150db90b" providerId="LiveId" clId="{B12B8455-FB12-489D-BE54-0C0BEE2FFA11}" dt="2018-12-10T10:58:36.177" v="24" actId="2696"/>
        <pc:sldMkLst>
          <pc:docMk/>
          <pc:sldMk cId="1651990091" sldId="489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646438057" sldId="489"/>
        </pc:sldMkLst>
      </pc:sldChg>
      <pc:sldChg chg="del">
        <pc:chgData name="Alex Luciano Roesler Rese" userId="1bb33b6d150db90b" providerId="LiveId" clId="{B12B8455-FB12-489D-BE54-0C0BEE2FFA11}" dt="2018-12-10T10:58:36.966" v="25" actId="2696"/>
        <pc:sldMkLst>
          <pc:docMk/>
          <pc:sldMk cId="578648277" sldId="49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18492245" sldId="490"/>
        </pc:sldMkLst>
      </pc:sldChg>
      <pc:sldChg chg="add del">
        <pc:chgData name="Alex Luciano Roesler Rese" userId="1bb33b6d150db90b" providerId="LiveId" clId="{B12B8455-FB12-489D-BE54-0C0BEE2FFA11}" dt="2018-12-10T13:52:28.417" v="472" actId="2696"/>
        <pc:sldMkLst>
          <pc:docMk/>
          <pc:sldMk cId="2721161314" sldId="491"/>
        </pc:sldMkLst>
      </pc:sldChg>
      <pc:sldChg chg="add">
        <pc:chgData name="Alex Luciano Roesler Rese" userId="1bb33b6d150db90b" providerId="LiveId" clId="{B12B8455-FB12-489D-BE54-0C0BEE2FFA11}" dt="2018-12-10T13:54:05.251" v="473" actId="20577"/>
        <pc:sldMkLst>
          <pc:docMk/>
          <pc:sldMk cId="3502869783" sldId="491"/>
        </pc:sldMkLst>
      </pc:sldChg>
      <pc:sldChg chg="del">
        <pc:chgData name="Alex Luciano Roesler Rese" userId="1bb33b6d150db90b" providerId="LiveId" clId="{B12B8455-FB12-489D-BE54-0C0BEE2FFA11}" dt="2018-12-10T10:58:37.597" v="26" actId="2696"/>
        <pc:sldMkLst>
          <pc:docMk/>
          <pc:sldMk cId="3740664446" sldId="491"/>
        </pc:sldMkLst>
      </pc:sldChg>
      <pc:sldChg chg="del">
        <pc:chgData name="Alex Luciano Roesler Rese" userId="1bb33b6d150db90b" providerId="LiveId" clId="{B12B8455-FB12-489D-BE54-0C0BEE2FFA11}" dt="2018-12-10T10:58:38.051" v="27" actId="2696"/>
        <pc:sldMkLst>
          <pc:docMk/>
          <pc:sldMk cId="154452249" sldId="492"/>
        </pc:sldMkLst>
      </pc:sldChg>
      <pc:sldChg chg="modSp add del">
        <pc:chgData name="Alex Luciano Roesler Rese" userId="1bb33b6d150db90b" providerId="LiveId" clId="{B12B8455-FB12-489D-BE54-0C0BEE2FFA11}" dt="2018-12-10T14:04:17.817" v="572" actId="2696"/>
        <pc:sldMkLst>
          <pc:docMk/>
          <pc:sldMk cId="1123111431" sldId="492"/>
        </pc:sldMkLst>
        <pc:spChg chg="mod">
          <ac:chgData name="Alex Luciano Roesler Rese" userId="1bb33b6d150db90b" providerId="LiveId" clId="{B12B8455-FB12-489D-BE54-0C0BEE2FFA11}" dt="2018-12-10T14:02:05.902" v="511" actId="255"/>
          <ac:spMkLst>
            <pc:docMk/>
            <pc:sldMk cId="1123111431" sldId="492"/>
            <ac:spMk id="10" creationId="{00000000-0000-0000-0000-000000000000}"/>
          </ac:spMkLst>
        </pc:spChg>
      </pc:sldChg>
      <pc:sldChg chg="addSp modSp add">
        <pc:chgData name="Alex Luciano Roesler Rese" userId="1bb33b6d150db90b" providerId="LiveId" clId="{B12B8455-FB12-489D-BE54-0C0BEE2FFA11}" dt="2018-12-10T15:12:19.881" v="1118" actId="20577"/>
        <pc:sldMkLst>
          <pc:docMk/>
          <pc:sldMk cId="3456107930" sldId="493"/>
        </pc:sldMkLst>
        <pc:spChg chg="mod">
          <ac:chgData name="Alex Luciano Roesler Rese" userId="1bb33b6d150db90b" providerId="LiveId" clId="{B12B8455-FB12-489D-BE54-0C0BEE2FFA11}" dt="2018-12-10T15:12:19.881" v="1118" actId="20577"/>
          <ac:spMkLst>
            <pc:docMk/>
            <pc:sldMk cId="3456107930" sldId="493"/>
            <ac:spMk id="2" creationId="{00000000-0000-0000-0000-000000000000}"/>
          </ac:spMkLst>
        </pc:spChg>
        <pc:spChg chg="add mod">
          <ac:chgData name="Alex Luciano Roesler Rese" userId="1bb33b6d150db90b" providerId="LiveId" clId="{B12B8455-FB12-489D-BE54-0C0BEE2FFA11}" dt="2018-12-10T14:04:03.693" v="571" actId="207"/>
          <ac:spMkLst>
            <pc:docMk/>
            <pc:sldMk cId="3456107930" sldId="493"/>
            <ac:spMk id="3" creationId="{DAF45F9C-8699-4D47-B839-C8994114018A}"/>
          </ac:spMkLst>
        </pc:spChg>
        <pc:spChg chg="mod">
          <ac:chgData name="Alex Luciano Roesler Rese" userId="1bb33b6d150db90b" providerId="LiveId" clId="{B12B8455-FB12-489D-BE54-0C0BEE2FFA11}" dt="2018-12-10T14:02:46.972" v="547" actId="20577"/>
          <ac:spMkLst>
            <pc:docMk/>
            <pc:sldMk cId="3456107930" sldId="493"/>
            <ac:spMk id="10" creationId="{00000000-0000-0000-0000-000000000000}"/>
          </ac:spMkLst>
        </pc:spChg>
      </pc:sldChg>
      <pc:sldChg chg="addSp delSp modSp add">
        <pc:chgData name="Alex Luciano Roesler Rese" userId="1bb33b6d150db90b" providerId="LiveId" clId="{B12B8455-FB12-489D-BE54-0C0BEE2FFA11}" dt="2018-12-10T14:16:53.834" v="754" actId="692"/>
        <pc:sldMkLst>
          <pc:docMk/>
          <pc:sldMk cId="116145744" sldId="494"/>
        </pc:sldMkLst>
        <pc:spChg chg="add mod">
          <ac:chgData name="Alex Luciano Roesler Rese" userId="1bb33b6d150db90b" providerId="LiveId" clId="{B12B8455-FB12-489D-BE54-0C0BEE2FFA11}" dt="2018-12-10T14:09:51.127" v="662" actId="1037"/>
          <ac:spMkLst>
            <pc:docMk/>
            <pc:sldMk cId="116145744" sldId="494"/>
            <ac:spMk id="7" creationId="{6EEE9DE4-C71D-4CD7-BC9A-42A672732940}"/>
          </ac:spMkLst>
        </pc:spChg>
        <pc:spChg chg="add del mod">
          <ac:chgData name="Alex Luciano Roesler Rese" userId="1bb33b6d150db90b" providerId="LiveId" clId="{B12B8455-FB12-489D-BE54-0C0BEE2FFA11}" dt="2018-12-10T14:06:58.437" v="617" actId="11529"/>
          <ac:spMkLst>
            <pc:docMk/>
            <pc:sldMk cId="116145744" sldId="494"/>
            <ac:spMk id="8" creationId="{D225811C-2338-495E-B8E4-5F4510010C03}"/>
          </ac:spMkLst>
        </pc:spChg>
        <pc:spChg chg="add del mod">
          <ac:chgData name="Alex Luciano Roesler Rese" userId="1bb33b6d150db90b" providerId="LiveId" clId="{B12B8455-FB12-489D-BE54-0C0BEE2FFA11}" dt="2018-12-10T14:07:21.610" v="621" actId="11529"/>
          <ac:spMkLst>
            <pc:docMk/>
            <pc:sldMk cId="116145744" sldId="494"/>
            <ac:spMk id="9" creationId="{545CFE22-8331-4A8C-AEB2-ED18CC7A99F6}"/>
          </ac:spMkLst>
        </pc:spChg>
        <pc:spChg chg="mod">
          <ac:chgData name="Alex Luciano Roesler Rese" userId="1bb33b6d150db90b" providerId="LiveId" clId="{B12B8455-FB12-489D-BE54-0C0BEE2FFA11}" dt="2018-12-10T14:09:25.438" v="644" actId="12"/>
          <ac:spMkLst>
            <pc:docMk/>
            <pc:sldMk cId="116145744" sldId="494"/>
            <ac:spMk id="10" creationId="{00000000-0000-0000-0000-000000000000}"/>
          </ac:spMkLst>
        </pc:spChg>
        <pc:spChg chg="add del mod">
          <ac:chgData name="Alex Luciano Roesler Rese" userId="1bb33b6d150db90b" providerId="LiveId" clId="{B12B8455-FB12-489D-BE54-0C0BEE2FFA11}" dt="2018-12-10T14:07:32.554" v="623" actId="11529"/>
          <ac:spMkLst>
            <pc:docMk/>
            <pc:sldMk cId="116145744" sldId="494"/>
            <ac:spMk id="11" creationId="{99330FC9-7589-40DE-9591-D3DCBC5ACBF8}"/>
          </ac:spMkLst>
        </pc:spChg>
        <pc:spChg chg="add del mod">
          <ac:chgData name="Alex Luciano Roesler Rese" userId="1bb33b6d150db90b" providerId="LiveId" clId="{B12B8455-FB12-489D-BE54-0C0BEE2FFA11}" dt="2018-12-10T14:16:35.042" v="747" actId="478"/>
          <ac:spMkLst>
            <pc:docMk/>
            <pc:sldMk cId="116145744" sldId="494"/>
            <ac:spMk id="14" creationId="{0D04A291-2DAC-4241-8710-4F2AE72645F0}"/>
          </ac:spMkLst>
        </pc:spChg>
        <pc:spChg chg="add del mod">
          <ac:chgData name="Alex Luciano Roesler Rese" userId="1bb33b6d150db90b" providerId="LiveId" clId="{B12B8455-FB12-489D-BE54-0C0BEE2FFA11}" dt="2018-12-10T14:09:22.323" v="643" actId="692"/>
          <ac:spMkLst>
            <pc:docMk/>
            <pc:sldMk cId="116145744" sldId="494"/>
            <ac:spMk id="15" creationId="{707527F7-4F4D-4A96-9CBD-31F63AF4C7F9}"/>
          </ac:spMkLst>
        </pc:spChg>
        <pc:spChg chg="add mod">
          <ac:chgData name="Alex Luciano Roesler Rese" userId="1bb33b6d150db90b" providerId="LiveId" clId="{B12B8455-FB12-489D-BE54-0C0BEE2FFA11}" dt="2018-12-10T14:09:43.381" v="656" actId="1035"/>
          <ac:spMkLst>
            <pc:docMk/>
            <pc:sldMk cId="116145744" sldId="494"/>
            <ac:spMk id="16" creationId="{5F25AFA7-B0B9-4A9B-BA9F-9BDC56A2E486}"/>
          </ac:spMkLst>
        </pc:spChg>
        <pc:spChg chg="add del mod">
          <ac:chgData name="Alex Luciano Roesler Rese" userId="1bb33b6d150db90b" providerId="LiveId" clId="{B12B8455-FB12-489D-BE54-0C0BEE2FFA11}" dt="2018-12-10T14:16:53.834" v="754" actId="692"/>
          <ac:spMkLst>
            <pc:docMk/>
            <pc:sldMk cId="116145744" sldId="494"/>
            <ac:spMk id="19" creationId="{3A137614-4375-4D96-BB83-577530693EC2}"/>
          </ac:spMkLst>
        </pc:spChg>
        <pc:spChg chg="add mod">
          <ac:chgData name="Alex Luciano Roesler Rese" userId="1bb33b6d150db90b" providerId="LiveId" clId="{B12B8455-FB12-489D-BE54-0C0BEE2FFA11}" dt="2018-12-10T14:16:40.849" v="749" actId="1036"/>
          <ac:spMkLst>
            <pc:docMk/>
            <pc:sldMk cId="116145744" sldId="494"/>
            <ac:spMk id="20" creationId="{CD4C1B41-B9A1-4229-BB58-2A6513C19C0A}"/>
          </ac:spMkLst>
        </pc:spChg>
        <pc:spChg chg="add del">
          <ac:chgData name="Alex Luciano Roesler Rese" userId="1bb33b6d150db90b" providerId="LiveId" clId="{B12B8455-FB12-489D-BE54-0C0BEE2FFA11}" dt="2018-12-10T14:16:46.375" v="752" actId="692"/>
          <ac:spMkLst>
            <pc:docMk/>
            <pc:sldMk cId="116145744" sldId="494"/>
            <ac:spMk id="21" creationId="{F6BF785D-7E58-44BE-903E-B48670255B2A}"/>
          </ac:spMkLst>
        </pc:spChg>
        <pc:cxnChg chg="add del mod">
          <ac:chgData name="Alex Luciano Roesler Rese" userId="1bb33b6d150db90b" providerId="LiveId" clId="{B12B8455-FB12-489D-BE54-0C0BEE2FFA11}" dt="2018-12-10T14:10:53.088" v="673" actId="478"/>
          <ac:cxnSpMkLst>
            <pc:docMk/>
            <pc:sldMk cId="116145744" sldId="494"/>
            <ac:cxnSpMk id="18" creationId="{0F48C8D2-FBDA-418D-A49D-B5C64B51E366}"/>
          </ac:cxnSpMkLst>
        </pc:cxnChg>
      </pc:sldChg>
      <pc:sldChg chg="del">
        <pc:chgData name="Alex Luciano Roesler Rese" userId="1bb33b6d150db90b" providerId="LiveId" clId="{B12B8455-FB12-489D-BE54-0C0BEE2FFA11}" dt="2018-12-10T10:58:39.553" v="28" actId="2696"/>
        <pc:sldMkLst>
          <pc:docMk/>
          <pc:sldMk cId="4149757821" sldId="494"/>
        </pc:sldMkLst>
      </pc:sldChg>
      <pc:sldChg chg="addSp delSp modSp add">
        <pc:chgData name="Alex Luciano Roesler Rese" userId="1bb33b6d150db90b" providerId="LiveId" clId="{B12B8455-FB12-489D-BE54-0C0BEE2FFA11}" dt="2018-12-10T14:16:28.747" v="746" actId="1036"/>
        <pc:sldMkLst>
          <pc:docMk/>
          <pc:sldMk cId="520830775" sldId="495"/>
        </pc:sldMkLst>
        <pc:spChg chg="mod">
          <ac:chgData name="Alex Luciano Roesler Rese" userId="1bb33b6d150db90b" providerId="LiveId" clId="{B12B8455-FB12-489D-BE54-0C0BEE2FFA11}" dt="2018-12-10T14:11:53.107" v="690" actId="20577"/>
          <ac:spMkLst>
            <pc:docMk/>
            <pc:sldMk cId="520830775" sldId="495"/>
            <ac:spMk id="10" creationId="{00000000-0000-0000-0000-000000000000}"/>
          </ac:spMkLst>
        </pc:spChg>
        <pc:spChg chg="del">
          <ac:chgData name="Alex Luciano Roesler Rese" userId="1bb33b6d150db90b" providerId="LiveId" clId="{B12B8455-FB12-489D-BE54-0C0BEE2FFA11}" dt="2018-12-10T14:16:20.503" v="744" actId="478"/>
          <ac:spMkLst>
            <pc:docMk/>
            <pc:sldMk cId="520830775" sldId="495"/>
            <ac:spMk id="14" creationId="{0D04A291-2DAC-4241-8710-4F2AE72645F0}"/>
          </ac:spMkLst>
        </pc:spChg>
        <pc:spChg chg="add mod">
          <ac:chgData name="Alex Luciano Roesler Rese" userId="1bb33b6d150db90b" providerId="LiveId" clId="{B12B8455-FB12-489D-BE54-0C0BEE2FFA11}" dt="2018-12-10T14:16:28.747" v="746" actId="1036"/>
          <ac:spMkLst>
            <pc:docMk/>
            <pc:sldMk cId="520830775" sldId="495"/>
            <ac:spMk id="15" creationId="{8EDA118D-D087-4A84-B9AF-A1B651642EF0}"/>
          </ac:spMkLst>
        </pc:spChg>
      </pc:sldChg>
      <pc:sldChg chg="del">
        <pc:chgData name="Alex Luciano Roesler Rese" userId="1bb33b6d150db90b" providerId="LiveId" clId="{B12B8455-FB12-489D-BE54-0C0BEE2FFA11}" dt="2018-12-10T10:58:40.259" v="29" actId="2696"/>
        <pc:sldMkLst>
          <pc:docMk/>
          <pc:sldMk cId="1340615095" sldId="495"/>
        </pc:sldMkLst>
      </pc:sldChg>
      <pc:sldChg chg="modSp add">
        <pc:chgData name="Alex Luciano Roesler Rese" userId="1bb33b6d150db90b" providerId="LiveId" clId="{B12B8455-FB12-489D-BE54-0C0BEE2FFA11}" dt="2018-12-10T14:15:16.538" v="743" actId="1035"/>
        <pc:sldMkLst>
          <pc:docMk/>
          <pc:sldMk cId="790210796" sldId="496"/>
        </pc:sldMkLst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7" creationId="{6EEE9DE4-C71D-4CD7-BC9A-42A672732940}"/>
          </ac:spMkLst>
        </pc:spChg>
        <pc:spChg chg="mod">
          <ac:chgData name="Alex Luciano Roesler Rese" userId="1bb33b6d150db90b" providerId="LiveId" clId="{B12B8455-FB12-489D-BE54-0C0BEE2FFA11}" dt="2018-12-10T14:12:09.285" v="700" actId="20577"/>
          <ac:spMkLst>
            <pc:docMk/>
            <pc:sldMk cId="790210796" sldId="496"/>
            <ac:spMk id="10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14" creationId="{0D04A291-2DAC-4241-8710-4F2AE72645F0}"/>
          </ac:spMkLst>
        </pc:spChg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16" creationId="{5F25AFA7-B0B9-4A9B-BA9F-9BDC56A2E486}"/>
          </ac:spMkLst>
        </pc:spChg>
      </pc:sldChg>
      <pc:sldChg chg="add del">
        <pc:chgData name="Alex Luciano Roesler Rese" userId="1bb33b6d150db90b" providerId="LiveId" clId="{B12B8455-FB12-489D-BE54-0C0BEE2FFA11}" dt="2018-12-10T14:10:22.452" v="671" actId="2696"/>
        <pc:sldMkLst>
          <pc:docMk/>
          <pc:sldMk cId="1512470400" sldId="496"/>
        </pc:sldMkLst>
      </pc:sldChg>
      <pc:sldChg chg="del">
        <pc:chgData name="Alex Luciano Roesler Rese" userId="1bb33b6d150db90b" providerId="LiveId" clId="{B12B8455-FB12-489D-BE54-0C0BEE2FFA11}" dt="2018-12-10T10:58:42.188" v="30" actId="2696"/>
        <pc:sldMkLst>
          <pc:docMk/>
          <pc:sldMk cId="2412586166" sldId="496"/>
        </pc:sldMkLst>
      </pc:sldChg>
      <pc:sldChg chg="del">
        <pc:chgData name="Alex Luciano Roesler Rese" userId="1bb33b6d150db90b" providerId="LiveId" clId="{B12B8455-FB12-489D-BE54-0C0BEE2FFA11}" dt="2018-12-10T10:58:43.011" v="31" actId="2696"/>
        <pc:sldMkLst>
          <pc:docMk/>
          <pc:sldMk cId="443167424" sldId="497"/>
        </pc:sldMkLst>
      </pc:sldChg>
      <pc:sldChg chg="modSp add">
        <pc:chgData name="Alex Luciano Roesler Rese" userId="1bb33b6d150db90b" providerId="LiveId" clId="{B12B8455-FB12-489D-BE54-0C0BEE2FFA11}" dt="2018-12-10T14:14:28.866" v="741" actId="692"/>
        <pc:sldMkLst>
          <pc:docMk/>
          <pc:sldMk cId="2001115992" sldId="497"/>
        </pc:sldMkLst>
        <pc:spChg chg="mod">
          <ac:chgData name="Alex Luciano Roesler Rese" userId="1bb33b6d150db90b" providerId="LiveId" clId="{B12B8455-FB12-489D-BE54-0C0BEE2FFA11}" dt="2018-12-10T14:14:03.655" v="739" actId="1076"/>
          <ac:spMkLst>
            <pc:docMk/>
            <pc:sldMk cId="2001115992" sldId="497"/>
            <ac:spMk id="7" creationId="{6EEE9DE4-C71D-4CD7-BC9A-42A672732940}"/>
          </ac:spMkLst>
        </pc:spChg>
        <pc:spChg chg="mod">
          <ac:chgData name="Alex Luciano Roesler Rese" userId="1bb33b6d150db90b" providerId="LiveId" clId="{B12B8455-FB12-489D-BE54-0C0BEE2FFA11}" dt="2018-12-10T14:13:41.003" v="738" actId="20577"/>
          <ac:spMkLst>
            <pc:docMk/>
            <pc:sldMk cId="2001115992" sldId="497"/>
            <ac:spMk id="10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4:14:28.866" v="741" actId="692"/>
          <ac:spMkLst>
            <pc:docMk/>
            <pc:sldMk cId="2001115992" sldId="497"/>
            <ac:spMk id="14" creationId="{0D04A291-2DAC-4241-8710-4F2AE72645F0}"/>
          </ac:spMkLst>
        </pc:spChg>
      </pc:sldChg>
      <pc:sldChg chg="add del">
        <pc:chgData name="Alex Luciano Roesler Rese" userId="1bb33b6d150db90b" providerId="LiveId" clId="{B12B8455-FB12-489D-BE54-0C0BEE2FFA11}" dt="2018-12-10T14:12:37.875" v="708" actId="20577"/>
        <pc:sldMkLst>
          <pc:docMk/>
          <pc:sldMk cId="2897596440" sldId="498"/>
        </pc:sldMkLst>
      </pc:sldChg>
      <pc:sldChg chg="del">
        <pc:chgData name="Alex Luciano Roesler Rese" userId="1bb33b6d150db90b" providerId="LiveId" clId="{B12B8455-FB12-489D-BE54-0C0BEE2FFA11}" dt="2018-12-10T10:58:44.565" v="32" actId="2696"/>
        <pc:sldMkLst>
          <pc:docMk/>
          <pc:sldMk cId="3722880187" sldId="498"/>
        </pc:sldMkLst>
      </pc:sldChg>
      <pc:sldChg chg="del">
        <pc:chgData name="Alex Luciano Roesler Rese" userId="1bb33b6d150db90b" providerId="LiveId" clId="{B12B8455-FB12-489D-BE54-0C0BEE2FFA11}" dt="2018-12-10T10:58:46.195" v="33" actId="2696"/>
        <pc:sldMkLst>
          <pc:docMk/>
          <pc:sldMk cId="3560777918" sldId="499"/>
        </pc:sldMkLst>
      </pc:sldChg>
      <pc:sldChg chg="del">
        <pc:chgData name="Alex Luciano Roesler Rese" userId="1bb33b6d150db90b" providerId="LiveId" clId="{B12B8455-FB12-489D-BE54-0C0BEE2FFA11}" dt="2018-12-10T10:58:47.867" v="34" actId="2696"/>
        <pc:sldMkLst>
          <pc:docMk/>
          <pc:sldMk cId="1217856259" sldId="501"/>
        </pc:sldMkLst>
      </pc:sldChg>
      <pc:sldChg chg="del">
        <pc:chgData name="Alex Luciano Roesler Rese" userId="1bb33b6d150db90b" providerId="LiveId" clId="{B12B8455-FB12-489D-BE54-0C0BEE2FFA11}" dt="2018-12-10T10:58:48.270" v="35" actId="2696"/>
        <pc:sldMkLst>
          <pc:docMk/>
          <pc:sldMk cId="1086327568" sldId="502"/>
        </pc:sldMkLst>
      </pc:sldChg>
      <pc:sldChg chg="del">
        <pc:chgData name="Alex Luciano Roesler Rese" userId="1bb33b6d150db90b" providerId="LiveId" clId="{B12B8455-FB12-489D-BE54-0C0BEE2FFA11}" dt="2018-12-10T10:58:48.553" v="36" actId="2696"/>
        <pc:sldMkLst>
          <pc:docMk/>
          <pc:sldMk cId="2937717106" sldId="503"/>
        </pc:sldMkLst>
      </pc:sldChg>
      <pc:sldChg chg="del">
        <pc:chgData name="Alex Luciano Roesler Rese" userId="1bb33b6d150db90b" providerId="LiveId" clId="{B12B8455-FB12-489D-BE54-0C0BEE2FFA11}" dt="2018-12-10T10:58:48.813" v="37" actId="2696"/>
        <pc:sldMkLst>
          <pc:docMk/>
          <pc:sldMk cId="4051278273" sldId="504"/>
        </pc:sldMkLst>
      </pc:sldChg>
    </pc:docChg>
  </pc:docChgLst>
  <pc:docChgLst>
    <pc:chgData name="Alex Luciano Roesler Rese" userId="1bb33b6d150db90b" providerId="LiveId" clId="{BE0E5D8C-9DD7-4DC8-BF41-C3CF6E733D60}"/>
  </pc:docChgLst>
  <pc:docChgLst>
    <pc:chgData name="Rafael Marini" userId="S::rafaelmarini@edu.univali.br::50055c5f-03a2-432d-b5f9-e31f497d20ab" providerId="AD" clId="Web-{6B7372B4-DA91-4CCE-BFE3-1FB923F3A418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A83C8-9780-4A31-8569-38B0DA8D1358}" type="datetimeFigureOut">
              <a:rPr lang="pt-BR" smtClean="0"/>
              <a:t>08/03/2019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179F2-03BF-491E-9A74-31122EDDB4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126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6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7C3F-9A52-4101-8413-9D2B16ECC92F}" type="datetime1">
              <a:rPr lang="pt-BR" smtClean="0"/>
              <a:t>08/03/2019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D2D2-9CF4-4A96-89FB-B7C44793EFCB}" type="datetime1">
              <a:rPr lang="pt-BR" smtClean="0"/>
              <a:t>08/03/2019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1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4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D5BD-D1B7-4CAF-B5CD-1F8583B92866}" type="datetime1">
              <a:rPr lang="pt-BR" smtClean="0"/>
              <a:t>08/03/2019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2D673-A7B6-48F7-8858-269D20D456AA}" type="datetime1">
              <a:rPr lang="pt-BR" smtClean="0"/>
              <a:t>08/03/2019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AC0A-F8C1-4AE2-808B-983FCA275C1F}" type="datetime1">
              <a:rPr lang="pt-BR" smtClean="0"/>
              <a:t>08/03/2019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0C662-DFE5-4E23-9D4D-634F983BC77C}" type="datetime1">
              <a:rPr lang="pt-BR" smtClean="0"/>
              <a:t>08/03/2019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88BA-DAB1-41E5-B3E3-07CE213228C6}" type="datetime1">
              <a:rPr lang="pt-BR" smtClean="0"/>
              <a:t>08/03/2019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5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126BB-49DF-4CD4-B860-04894E56CDFD}" type="datetime1">
              <a:rPr lang="pt-BR" smtClean="0"/>
              <a:t>08/03/2019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F7FC-4871-4DC1-8ADD-D3E891B494BE}" type="datetime1">
              <a:rPr lang="pt-BR" smtClean="0"/>
              <a:t>08/03/2019</a:t>
            </a:fld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65AF9-834A-46E1-BAAC-1564EABDA2DF}" type="datetime1">
              <a:rPr lang="pt-BR" smtClean="0"/>
              <a:t>08/03/2019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336800" cy="58515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4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A593-29BF-4603-9DB3-D6EB9A083068}" type="datetime1">
              <a:rPr lang="pt-BR" smtClean="0"/>
              <a:t>08/03/2019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33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74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9482F01-9CD8-4D33-8E66-0C342BCD037D}" type="datetime1">
              <a:rPr lang="pt-BR" smtClean="0"/>
              <a:t>08/03/2019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45704" y="1412780"/>
            <a:ext cx="7990656" cy="3600401"/>
          </a:xfrm>
        </p:spPr>
        <p:txBody>
          <a:bodyPr/>
          <a:lstStyle/>
          <a:p>
            <a:r>
              <a:rPr lang="pt-BR" sz="6000" dirty="0" smtClean="0"/>
              <a:t>Algoritmos Sequenciais</a:t>
            </a:r>
            <a:endParaRPr lang="pt-BR" sz="6000" i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45704" y="5157192"/>
            <a:ext cx="6844522" cy="936104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Thiago Felski Pereira,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Adaptado: Elisangela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Maschio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Miranda</a:t>
            </a:r>
          </a:p>
        </p:txBody>
      </p:sp>
      <p:sp>
        <p:nvSpPr>
          <p:cNvPr id="4" name="Retângulo 3"/>
          <p:cNvSpPr/>
          <p:nvPr/>
        </p:nvSpPr>
        <p:spPr>
          <a:xfrm>
            <a:off x="0" y="6"/>
            <a:ext cx="11280576" cy="10079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000" b="1" dirty="0">
                <a:latin typeface="+mj-lt"/>
                <a:cs typeface="Times New Roman" panose="02020603050405020304" pitchFamily="18" charset="0"/>
              </a:rPr>
              <a:t>UNIVERSIDADE DO VALE DO ITAJAÍ</a:t>
            </a:r>
            <a:br>
              <a:rPr lang="pt-BR" sz="2000" b="1" dirty="0">
                <a:latin typeface="+mj-lt"/>
                <a:cs typeface="Times New Roman" panose="02020603050405020304" pitchFamily="18" charset="0"/>
              </a:rPr>
            </a:br>
            <a:r>
              <a:rPr lang="pt-BR" sz="2000" b="1" dirty="0">
                <a:latin typeface="+mj-lt"/>
                <a:cs typeface="Times New Roman" panose="02020603050405020304" pitchFamily="18" charset="0"/>
              </a:rPr>
              <a:t>LABORATÓRIO DE INTELIGÊNCIA APLICADA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</a:t>
            </a:fld>
            <a:endParaRPr lang="pt-BR" dirty="0"/>
          </a:p>
        </p:txBody>
      </p:sp>
      <p:cxnSp>
        <p:nvCxnSpPr>
          <p:cNvPr id="8" name="Conector reto 7"/>
          <p:cNvCxnSpPr>
            <a:cxnSpLocks/>
          </p:cNvCxnSpPr>
          <p:nvPr/>
        </p:nvCxnSpPr>
        <p:spPr>
          <a:xfrm>
            <a:off x="1289720" y="5085184"/>
            <a:ext cx="890464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3" y="0"/>
            <a:ext cx="1268597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11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3F7FAE7B-36CB-4087-86C0-6662B695D1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0" y="1844676"/>
            <a:ext cx="8496300" cy="4752975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  <a:defRPr/>
            </a:pP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Relembrando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</a:p>
          <a:p>
            <a:pPr marL="542925" lvl="1" indent="-271463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algoritmo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um </a:t>
            </a:r>
            <a:r>
              <a:rPr lang="pt-BR" alt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conjunto finito de regras, bem definidas, para a solução de um problema em um tempo finito.</a:t>
            </a:r>
          </a:p>
          <a:p>
            <a:pPr marL="542925" lvl="1" indent="-271463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  <a:defRPr/>
            </a:pP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71463" indent="-271463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  <a:defRPr/>
            </a:pP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algoritmo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sequencial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executam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as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instruções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sequência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elas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aparecem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sem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omissões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escolhas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repetições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sendo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as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tarefas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corretamente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cumpridas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F1F505-1D9E-4013-B575-38229F45B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</a:t>
            </a:fld>
            <a:endParaRPr lang="pt-BR" dirty="0"/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CF1A1972-4123-45E0-8BB8-0F5584DD6D39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BB8448B-6ADA-4BA0-B8FF-A22C430F4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95778F9-2F12-4CDC-8494-B368E07FF5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EE55CF87-5A20-4A1E-8EC0-459BF897FE6C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ítulo 2">
            <a:extLst>
              <a:ext uri="{FF2B5EF4-FFF2-40B4-BE49-F238E27FC236}">
                <a16:creationId xmlns:a16="http://schemas.microsoft.com/office/drawing/2014/main" id="{16B9C6B7-3995-4162-AE38-2328D622D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15928008-7990-4075-99AD-E119EABA4A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6300" y="1916114"/>
            <a:ext cx="8064500" cy="453707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altLang="pt-BR" sz="2000">
                <a:latin typeface="Verdana" panose="020B0604030504040204" pitchFamily="34" charset="0"/>
              </a:rPr>
              <a:t>Ter um número finito de passos.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altLang="pt-BR" sz="2000">
                <a:latin typeface="Verdana" panose="020B0604030504040204" pitchFamily="34" charset="0"/>
              </a:rPr>
              <a:t>Os passos devem estar precisamente definido.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altLang="pt-BR" sz="2000">
                <a:latin typeface="Verdana" panose="020B0604030504040204" pitchFamily="34" charset="0"/>
              </a:rPr>
              <a:t>Existir um conjunto de zero ou mais entradas, bem definidas.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altLang="pt-BR" sz="2000">
                <a:latin typeface="Verdana" panose="020B0604030504040204" pitchFamily="34" charset="0"/>
              </a:rPr>
              <a:t>Existir uma ou mais saídas.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altLang="pt-BR" sz="2000">
                <a:latin typeface="Verdana" panose="020B0604030504040204" pitchFamily="34" charset="0"/>
              </a:rPr>
              <a:t>Ter um conjunto de passos que leve a execução de uma tarefa útil.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pt-BR" altLang="pt-BR" sz="2000">
                <a:latin typeface="Verdana" panose="020B0604030504040204" pitchFamily="34" charset="0"/>
              </a:rPr>
              <a:t>Ter uma condição de fim sempre atingida para quaisquer entradas e num tempo finito.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BD748B-1E14-4499-B258-961BCF0D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3</a:t>
            </a:fld>
            <a:endParaRPr lang="pt-BR" dirty="0"/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262652AD-89A7-4B8A-9BDC-A9E756A561A5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3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4DE7FE4-321A-47F3-BEA9-B0A083852D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334653A-0974-471E-A87D-BE8669C6A4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F8B4A860-6E99-4E79-B200-10B846293420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ítulo 2">
            <a:extLst>
              <a:ext uri="{FF2B5EF4-FFF2-40B4-BE49-F238E27FC236}">
                <a16:creationId xmlns:a16="http://schemas.microsoft.com/office/drawing/2014/main" id="{3229EBCF-416B-48F6-812D-6E6B846ED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Critérios para desenvolver um algoritmo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A9FAF0D3-7032-4F6B-B10B-802A4A449D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1" y="1844676"/>
            <a:ext cx="8640763" cy="4752975"/>
          </a:xfrm>
        </p:spPr>
        <p:txBody>
          <a:bodyPr anchor="t"/>
          <a:lstStyle/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2000" dirty="0" err="1">
                <a:latin typeface="Verdana" panose="020B0604030504040204" pitchFamily="34" charset="0"/>
              </a:rPr>
              <a:t>Faça</a:t>
            </a:r>
            <a:r>
              <a:rPr lang="en-US" altLang="pt-BR" sz="2000" dirty="0">
                <a:latin typeface="Verdana" panose="020B0604030504040204" pitchFamily="34" charset="0"/>
              </a:rPr>
              <a:t> um </a:t>
            </a:r>
            <a:r>
              <a:rPr lang="en-US" altLang="pt-BR" sz="2000" dirty="0" err="1">
                <a:latin typeface="Verdana" panose="020B0604030504040204" pitchFamily="34" charset="0"/>
              </a:rPr>
              <a:t>algoritmo</a:t>
            </a:r>
            <a:r>
              <a:rPr lang="en-US" altLang="pt-BR" sz="2000" dirty="0">
                <a:latin typeface="Verdana" panose="020B0604030504040204" pitchFamily="34" charset="0"/>
              </a:rPr>
              <a:t> que </a:t>
            </a:r>
            <a:r>
              <a:rPr lang="en-US" altLang="pt-BR" sz="2000" dirty="0" err="1">
                <a:latin typeface="Verdana" panose="020B0604030504040204" pitchFamily="34" charset="0"/>
              </a:rPr>
              <a:t>solicite</a:t>
            </a:r>
            <a:r>
              <a:rPr lang="en-US" altLang="pt-BR" sz="2000" dirty="0">
                <a:latin typeface="Verdana" panose="020B0604030504040204" pitchFamily="34" charset="0"/>
              </a:rPr>
              <a:t> </a:t>
            </a:r>
            <a:r>
              <a:rPr lang="en-US" altLang="pt-BR" sz="2000" dirty="0" err="1">
                <a:latin typeface="Verdana" panose="020B0604030504040204" pitchFamily="34" charset="0"/>
              </a:rPr>
              <a:t>ao</a:t>
            </a:r>
            <a:r>
              <a:rPr lang="en-US" altLang="pt-BR" sz="2000" dirty="0">
                <a:latin typeface="Verdana" panose="020B0604030504040204" pitchFamily="34" charset="0"/>
              </a:rPr>
              <a:t> </a:t>
            </a:r>
            <a:r>
              <a:rPr lang="en-US" altLang="pt-BR" sz="2000" dirty="0" err="1">
                <a:latin typeface="Verdana" panose="020B0604030504040204" pitchFamily="34" charset="0"/>
              </a:rPr>
              <a:t>usuário</a:t>
            </a:r>
            <a:r>
              <a:rPr lang="en-US" altLang="pt-BR" sz="2000" dirty="0">
                <a:latin typeface="Verdana" panose="020B0604030504040204" pitchFamily="34" charset="0"/>
              </a:rPr>
              <a:t> </a:t>
            </a:r>
            <a:r>
              <a:rPr lang="en-US" altLang="pt-BR" sz="2000" dirty="0" err="1">
                <a:latin typeface="Verdana" panose="020B0604030504040204" pitchFamily="34" charset="0"/>
              </a:rPr>
              <a:t>dois</a:t>
            </a:r>
            <a:r>
              <a:rPr lang="en-US" altLang="pt-BR" sz="2000" dirty="0">
                <a:latin typeface="Verdana" panose="020B0604030504040204" pitchFamily="34" charset="0"/>
              </a:rPr>
              <a:t> </a:t>
            </a:r>
            <a:r>
              <a:rPr lang="en-US" altLang="pt-BR" sz="2000" dirty="0" err="1">
                <a:latin typeface="Verdana" panose="020B0604030504040204" pitchFamily="34" charset="0"/>
              </a:rPr>
              <a:t>valores</a:t>
            </a:r>
            <a:r>
              <a:rPr lang="en-US" altLang="pt-BR" sz="2000" dirty="0">
                <a:latin typeface="Verdana" panose="020B0604030504040204" pitchFamily="34" charset="0"/>
              </a:rPr>
              <a:t> e </a:t>
            </a:r>
            <a:r>
              <a:rPr lang="en-US" altLang="pt-BR" sz="2000" dirty="0" err="1">
                <a:latin typeface="Verdana" panose="020B0604030504040204" pitchFamily="34" charset="0"/>
              </a:rPr>
              <a:t>exiba</a:t>
            </a:r>
            <a:r>
              <a:rPr lang="en-US" altLang="pt-BR" sz="2000" dirty="0">
                <a:latin typeface="Verdana" panose="020B0604030504040204" pitchFamily="34" charset="0"/>
              </a:rPr>
              <a:t>, </a:t>
            </a:r>
            <a:r>
              <a:rPr lang="en-US" altLang="pt-BR" sz="2000" dirty="0" err="1">
                <a:latin typeface="Verdana" panose="020B0604030504040204" pitchFamily="34" charset="0"/>
              </a:rPr>
              <a:t>ao</a:t>
            </a:r>
            <a:r>
              <a:rPr lang="en-US" altLang="pt-BR" sz="2000" dirty="0">
                <a:latin typeface="Verdana" panose="020B0604030504040204" pitchFamily="34" charset="0"/>
              </a:rPr>
              <a:t> final, a media </a:t>
            </a:r>
            <a:r>
              <a:rPr lang="en-US" altLang="pt-BR" sz="2000" dirty="0" err="1">
                <a:latin typeface="Verdana" panose="020B0604030504040204" pitchFamily="34" charset="0"/>
              </a:rPr>
              <a:t>aritmética</a:t>
            </a:r>
            <a:r>
              <a:rPr lang="en-US" altLang="pt-BR" sz="2000" dirty="0">
                <a:latin typeface="Verdana" panose="020B0604030504040204" pitchFamily="34" charset="0"/>
              </a:rPr>
              <a:t>.</a:t>
            </a:r>
            <a:endParaRPr lang="pt-BR" altLang="pt-BR" sz="2000" dirty="0">
              <a:latin typeface="Verdana" panose="020B060403050404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0B7096B-8966-4DCC-8EBF-19606CE1B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439" y="2818180"/>
            <a:ext cx="6884035" cy="377947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422110E-A13C-4841-B85D-DD5F8573E90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81800" y="5049440"/>
            <a:ext cx="3886200" cy="1752600"/>
          </a:xfrm>
          <a:prstGeom prst="rect">
            <a:avLst/>
          </a:prstGeom>
          <a:blipFill rotWithShape="0">
            <a:blip r:embed="rId3"/>
            <a:stretch>
              <a:fillRect l="-1097"/>
            </a:stretch>
          </a:blipFill>
        </p:spPr>
        <p:txBody>
          <a:bodyPr/>
          <a:lstStyle/>
          <a:p>
            <a:r>
              <a:rPr lang="pt-BR">
                <a:noFill/>
              </a:rPr>
              <a:t> </a:t>
            </a:r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3DAF61A5-9DA7-46BC-93C1-34209966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4</a:t>
            </a:fld>
            <a:endParaRPr lang="pt-BR" dirty="0"/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FA8FD097-679A-4508-B95A-3590C2627783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4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E6B0E47-8E12-4C39-A50A-4174A835B2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BC11FDA-448E-4A70-9B56-A9E1809940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E9A0719-2FF6-474A-B728-5F01D7D700C9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>
            <a:extLst>
              <a:ext uri="{FF2B5EF4-FFF2-40B4-BE49-F238E27FC236}">
                <a16:creationId xmlns:a16="http://schemas.microsoft.com/office/drawing/2014/main" id="{D5A083E7-6DAD-493C-848B-54EE845F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777292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A9FAF0D3-7032-4F6B-B10B-802A4A449D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1" y="1844676"/>
            <a:ext cx="8640763" cy="4752975"/>
          </a:xfrm>
        </p:spPr>
        <p:txBody>
          <a:bodyPr anchor="t"/>
          <a:lstStyle/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2000" dirty="0" err="1">
                <a:latin typeface="Verdana" panose="020B0604030504040204" pitchFamily="34" charset="0"/>
              </a:rPr>
              <a:t>Faça</a:t>
            </a:r>
            <a:r>
              <a:rPr lang="en-US" altLang="pt-BR" sz="2000" dirty="0">
                <a:latin typeface="Verdana" panose="020B0604030504040204" pitchFamily="34" charset="0"/>
              </a:rPr>
              <a:t> um </a:t>
            </a:r>
            <a:r>
              <a:rPr lang="en-US" altLang="pt-BR" sz="2000" dirty="0" err="1">
                <a:latin typeface="Verdana" panose="020B0604030504040204" pitchFamily="34" charset="0"/>
              </a:rPr>
              <a:t>algoritmo</a:t>
            </a:r>
            <a:r>
              <a:rPr lang="en-US" altLang="pt-BR" sz="2000" dirty="0">
                <a:latin typeface="Verdana" panose="020B0604030504040204" pitchFamily="34" charset="0"/>
              </a:rPr>
              <a:t> que </a:t>
            </a:r>
            <a:r>
              <a:rPr lang="en-US" altLang="pt-BR" sz="2000" dirty="0" err="1">
                <a:latin typeface="Verdana" panose="020B0604030504040204" pitchFamily="34" charset="0"/>
              </a:rPr>
              <a:t>solicite</a:t>
            </a:r>
            <a:r>
              <a:rPr lang="en-US" altLang="pt-BR" sz="2000" dirty="0">
                <a:latin typeface="Verdana" panose="020B0604030504040204" pitchFamily="34" charset="0"/>
              </a:rPr>
              <a:t> </a:t>
            </a:r>
            <a:r>
              <a:rPr lang="en-US" altLang="pt-BR" sz="2000" dirty="0" err="1">
                <a:latin typeface="Verdana" panose="020B0604030504040204" pitchFamily="34" charset="0"/>
              </a:rPr>
              <a:t>ao</a:t>
            </a:r>
            <a:r>
              <a:rPr lang="en-US" altLang="pt-BR" sz="2000" dirty="0">
                <a:latin typeface="Verdana" panose="020B0604030504040204" pitchFamily="34" charset="0"/>
              </a:rPr>
              <a:t> </a:t>
            </a:r>
            <a:r>
              <a:rPr lang="en-US" altLang="pt-BR" sz="2000" dirty="0" err="1">
                <a:latin typeface="Verdana" panose="020B0604030504040204" pitchFamily="34" charset="0"/>
              </a:rPr>
              <a:t>usuário</a:t>
            </a:r>
            <a:r>
              <a:rPr lang="en-US" altLang="pt-BR" sz="2000" dirty="0">
                <a:latin typeface="Verdana" panose="020B0604030504040204" pitchFamily="34" charset="0"/>
              </a:rPr>
              <a:t> </a:t>
            </a:r>
            <a:r>
              <a:rPr lang="en-US" altLang="pt-BR" sz="2000" dirty="0" err="1">
                <a:latin typeface="Verdana" panose="020B0604030504040204" pitchFamily="34" charset="0"/>
              </a:rPr>
              <a:t>dois</a:t>
            </a:r>
            <a:r>
              <a:rPr lang="en-US" altLang="pt-BR" sz="2000" dirty="0">
                <a:latin typeface="Verdana" panose="020B0604030504040204" pitchFamily="34" charset="0"/>
              </a:rPr>
              <a:t> </a:t>
            </a:r>
            <a:r>
              <a:rPr lang="en-US" altLang="pt-BR" sz="2000" dirty="0" err="1">
                <a:latin typeface="Verdana" panose="020B0604030504040204" pitchFamily="34" charset="0"/>
              </a:rPr>
              <a:t>valores</a:t>
            </a:r>
            <a:r>
              <a:rPr lang="en-US" altLang="pt-BR" sz="2000" dirty="0">
                <a:latin typeface="Verdana" panose="020B0604030504040204" pitchFamily="34" charset="0"/>
              </a:rPr>
              <a:t> e </a:t>
            </a:r>
            <a:r>
              <a:rPr lang="en-US" altLang="pt-BR" sz="2000" dirty="0" err="1">
                <a:latin typeface="Verdana" panose="020B0604030504040204" pitchFamily="34" charset="0"/>
              </a:rPr>
              <a:t>exiba</a:t>
            </a:r>
            <a:r>
              <a:rPr lang="en-US" altLang="pt-BR" sz="2000" dirty="0">
                <a:latin typeface="Verdana" panose="020B0604030504040204" pitchFamily="34" charset="0"/>
              </a:rPr>
              <a:t>, </a:t>
            </a:r>
            <a:r>
              <a:rPr lang="en-US" altLang="pt-BR" sz="2000" dirty="0" err="1">
                <a:latin typeface="Verdana" panose="020B0604030504040204" pitchFamily="34" charset="0"/>
              </a:rPr>
              <a:t>ao</a:t>
            </a:r>
            <a:r>
              <a:rPr lang="en-US" altLang="pt-BR" sz="2000" dirty="0">
                <a:latin typeface="Verdana" panose="020B0604030504040204" pitchFamily="34" charset="0"/>
              </a:rPr>
              <a:t> final, a media </a:t>
            </a:r>
            <a:r>
              <a:rPr lang="en-US" altLang="pt-BR" sz="2000" dirty="0" err="1">
                <a:latin typeface="Verdana" panose="020B0604030504040204" pitchFamily="34" charset="0"/>
              </a:rPr>
              <a:t>aritmética</a:t>
            </a:r>
            <a:r>
              <a:rPr lang="en-US" altLang="pt-BR" sz="2000" dirty="0">
                <a:latin typeface="Verdana" panose="020B0604030504040204" pitchFamily="34" charset="0"/>
              </a:rPr>
              <a:t>.</a:t>
            </a:r>
            <a:endParaRPr lang="pt-BR" altLang="pt-BR" sz="2000" dirty="0">
              <a:latin typeface="Verdana" panose="020B060403050404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0B7096B-8966-4DCC-8EBF-19606CE1B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439" y="2818180"/>
            <a:ext cx="6884035" cy="3779470"/>
          </a:xfrm>
          <a:prstGeom prst="rect">
            <a:avLst/>
          </a:prstGeom>
        </p:spPr>
      </p:pic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219551EC-70DF-4B01-8F8F-FA3ECE05F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5</a:t>
            </a:fld>
            <a:endParaRPr lang="pt-BR" dirty="0"/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3FE61086-2F80-47FA-A2FA-9A8A1B7E7BF8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5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3532AE-2810-4223-ABAE-6E0B6D7B0B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D27FB29-B97B-46CE-AA15-117E46C162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6D6A0538-BB42-458F-BD71-9A2CE8EFD1CA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>
            <a:extLst>
              <a:ext uri="{FF2B5EF4-FFF2-40B4-BE49-F238E27FC236}">
                <a16:creationId xmlns:a16="http://schemas.microsoft.com/office/drawing/2014/main" id="{F6D5A5CE-2C65-4E54-814F-748D822B6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122552D3-0234-4123-B635-0A934F098E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1" y="1844676"/>
            <a:ext cx="8640763" cy="4752975"/>
          </a:xfrm>
        </p:spPr>
        <p:txBody>
          <a:bodyPr anchor="t"/>
          <a:lstStyle/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2000" dirty="0" err="1">
                <a:latin typeface="Verdana" panose="020B0604030504040204" pitchFamily="34" charset="0"/>
              </a:rPr>
              <a:t>Faça</a:t>
            </a:r>
            <a:r>
              <a:rPr lang="en-US" altLang="pt-BR" sz="2000" dirty="0">
                <a:latin typeface="Verdana" panose="020B0604030504040204" pitchFamily="34" charset="0"/>
              </a:rPr>
              <a:t> um </a:t>
            </a:r>
            <a:r>
              <a:rPr lang="en-US" altLang="pt-BR" sz="2000" dirty="0" err="1">
                <a:latin typeface="Verdana" panose="020B0604030504040204" pitchFamily="34" charset="0"/>
              </a:rPr>
              <a:t>algoritmo</a:t>
            </a:r>
            <a:r>
              <a:rPr lang="en-US" altLang="pt-BR" sz="2000" dirty="0">
                <a:latin typeface="Verdana" panose="020B0604030504040204" pitchFamily="34" charset="0"/>
              </a:rPr>
              <a:t> que </a:t>
            </a:r>
            <a:r>
              <a:rPr lang="en-US" altLang="pt-BR" sz="2000" dirty="0" err="1">
                <a:latin typeface="Verdana" panose="020B0604030504040204" pitchFamily="34" charset="0"/>
              </a:rPr>
              <a:t>leia</a:t>
            </a:r>
            <a:r>
              <a:rPr lang="en-US" altLang="pt-BR" sz="2000" dirty="0">
                <a:latin typeface="Verdana" panose="020B0604030504040204" pitchFamily="34" charset="0"/>
              </a:rPr>
              <a:t> um valor </a:t>
            </a:r>
            <a:r>
              <a:rPr lang="en-US" altLang="pt-BR" sz="2000" dirty="0" err="1">
                <a:latin typeface="Verdana" panose="020B0604030504040204" pitchFamily="34" charset="0"/>
              </a:rPr>
              <a:t>inteiro</a:t>
            </a:r>
            <a:r>
              <a:rPr lang="en-US" altLang="pt-BR" sz="2000" dirty="0">
                <a:latin typeface="Verdana" panose="020B0604030504040204" pitchFamily="34" charset="0"/>
              </a:rPr>
              <a:t> e </a:t>
            </a:r>
            <a:r>
              <a:rPr lang="en-US" altLang="pt-BR" sz="2000" dirty="0" err="1">
                <a:latin typeface="Verdana" panose="020B0604030504040204" pitchFamily="34" charset="0"/>
              </a:rPr>
              <a:t>imprima</a:t>
            </a:r>
            <a:r>
              <a:rPr lang="en-US" altLang="pt-BR" sz="2000" dirty="0">
                <a:latin typeface="Verdana" panose="020B0604030504040204" pitchFamily="34" charset="0"/>
              </a:rPr>
              <a:t> </a:t>
            </a:r>
            <a:r>
              <a:rPr lang="en-US" altLang="pt-BR" sz="2000" dirty="0" err="1">
                <a:latin typeface="Verdana" panose="020B0604030504040204" pitchFamily="34" charset="0"/>
              </a:rPr>
              <a:t>seu</a:t>
            </a:r>
            <a:r>
              <a:rPr lang="en-US" altLang="pt-BR" sz="2000" dirty="0">
                <a:latin typeface="Verdana" panose="020B0604030504040204" pitchFamily="34" charset="0"/>
              </a:rPr>
              <a:t> antecessor e </a:t>
            </a:r>
            <a:r>
              <a:rPr lang="en-US" altLang="pt-BR" sz="2000" dirty="0" err="1">
                <a:latin typeface="Verdana" panose="020B0604030504040204" pitchFamily="34" charset="0"/>
              </a:rPr>
              <a:t>seu</a:t>
            </a:r>
            <a:r>
              <a:rPr lang="en-US" altLang="pt-BR" sz="2000" dirty="0">
                <a:latin typeface="Verdana" panose="020B0604030504040204" pitchFamily="34" charset="0"/>
              </a:rPr>
              <a:t> </a:t>
            </a:r>
            <a:r>
              <a:rPr lang="en-US" altLang="pt-BR" sz="2000" dirty="0" err="1">
                <a:latin typeface="Verdana" panose="020B0604030504040204" pitchFamily="34" charset="0"/>
              </a:rPr>
              <a:t>sucessor</a:t>
            </a:r>
            <a:r>
              <a:rPr lang="en-US" altLang="pt-BR" sz="2000" dirty="0">
                <a:latin typeface="Verdana" panose="020B0604030504040204" pitchFamily="34" charset="0"/>
              </a:rPr>
              <a:t>.</a:t>
            </a:r>
            <a:endParaRPr lang="pt-BR" altLang="pt-BR" sz="2000" dirty="0">
              <a:latin typeface="Verdana" panose="020B060403050404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445CFAB-D0AC-4076-B317-A9E3BF744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670" y="2818181"/>
            <a:ext cx="8314878" cy="320680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B47EBAC-9574-4CC7-A854-13DD8ED0872C}"/>
              </a:ext>
            </a:extLst>
          </p:cNvPr>
          <p:cNvSpPr/>
          <p:nvPr/>
        </p:nvSpPr>
        <p:spPr>
          <a:xfrm>
            <a:off x="6781800" y="5027861"/>
            <a:ext cx="3886200" cy="17526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en-US" sz="1400" i="1" u="sng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Entrada</a:t>
            </a: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  <a:p>
            <a:pPr marL="285750" indent="-285750" algn="just">
              <a:buClr>
                <a:srgbClr val="FF0000"/>
              </a:buClr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 valor </a:t>
            </a:r>
            <a:r>
              <a:rPr lang="en-US" sz="1400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inteiro</a:t>
            </a: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algn="just">
              <a:buClr>
                <a:schemeClr val="bg1"/>
              </a:buClr>
              <a:defRPr/>
            </a:pPr>
            <a:r>
              <a:rPr lang="en-US" sz="1400" i="1" u="sng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Saída</a:t>
            </a: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  <a:p>
            <a:pPr marL="285750" indent="-285750" algn="just">
              <a:buClr>
                <a:srgbClr val="FF0000"/>
              </a:buClr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Antecessor do </a:t>
            </a:r>
            <a:r>
              <a:rPr lang="en-US" sz="1400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número</a:t>
            </a: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285750" indent="-285750" algn="just">
              <a:buClr>
                <a:srgbClr val="FF0000"/>
              </a:buClr>
              <a:buFont typeface="Wingdings" panose="05000000000000000000" pitchFamily="2" charset="2"/>
              <a:buChar char="§"/>
              <a:defRPr/>
            </a:pPr>
            <a:r>
              <a:rPr lang="en-US" sz="1400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Sucessor</a:t>
            </a: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</a:t>
            </a:r>
            <a:r>
              <a:rPr lang="en-US" sz="1400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número</a:t>
            </a: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1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buClr>
                <a:srgbClr val="FF0000"/>
              </a:buClr>
              <a:defRPr/>
            </a:pPr>
            <a:r>
              <a:rPr lang="en-US" sz="1400" i="1" u="sng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Processamento</a:t>
            </a:r>
            <a:r>
              <a:rPr lang="en-US" sz="1400" i="1" u="sng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  <a:p>
            <a:pPr indent="-285750" algn="just">
              <a:buClr>
                <a:srgbClr val="FF0000"/>
              </a:buClr>
              <a:buFont typeface="Wingdings" panose="05000000000000000000" pitchFamily="2" charset="2"/>
              <a:buChar char="§"/>
              <a:defRPr/>
            </a:pPr>
            <a:r>
              <a:rPr lang="en-US" sz="1400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Acrescentar</a:t>
            </a: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+1  e -1 </a:t>
            </a:r>
            <a:r>
              <a:rPr lang="en-US" sz="1400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ao</a:t>
            </a: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número</a:t>
            </a: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t-BR" sz="1400" dirty="0">
              <a:ln w="10160">
                <a:noFill/>
                <a:prstDash val="solid"/>
              </a:ln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467F8D12-B088-4FDF-8787-9B9B5227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6</a:t>
            </a:fld>
            <a:endParaRPr lang="pt-BR" dirty="0"/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EED26178-3C9B-4344-A0DA-738E7E383A96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6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D5BA5CF-9923-42E3-9619-4D89E4AF73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FD192B7-3CDF-4E75-A09B-398DD56E00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C11D2ECF-2C97-4A4D-BC0D-78409546407C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>
            <a:extLst>
              <a:ext uri="{FF2B5EF4-FFF2-40B4-BE49-F238E27FC236}">
                <a16:creationId xmlns:a16="http://schemas.microsoft.com/office/drawing/2014/main" id="{EA5A1947-53EC-4696-8F69-817E6E44E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303668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122552D3-0234-4123-B635-0A934F098E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1" y="1844676"/>
            <a:ext cx="8640763" cy="4752975"/>
          </a:xfrm>
        </p:spPr>
        <p:txBody>
          <a:bodyPr anchor="t"/>
          <a:lstStyle/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2000" dirty="0" err="1">
                <a:latin typeface="Verdana" panose="020B0604030504040204" pitchFamily="34" charset="0"/>
              </a:rPr>
              <a:t>Faça</a:t>
            </a:r>
            <a:r>
              <a:rPr lang="en-US" altLang="pt-BR" sz="2000" dirty="0">
                <a:latin typeface="Verdana" panose="020B0604030504040204" pitchFamily="34" charset="0"/>
              </a:rPr>
              <a:t> um </a:t>
            </a:r>
            <a:r>
              <a:rPr lang="en-US" altLang="pt-BR" sz="2000" dirty="0" err="1">
                <a:latin typeface="Verdana" panose="020B0604030504040204" pitchFamily="34" charset="0"/>
              </a:rPr>
              <a:t>algoritmo</a:t>
            </a:r>
            <a:r>
              <a:rPr lang="en-US" altLang="pt-BR" sz="2000" dirty="0">
                <a:latin typeface="Verdana" panose="020B0604030504040204" pitchFamily="34" charset="0"/>
              </a:rPr>
              <a:t> que </a:t>
            </a:r>
            <a:r>
              <a:rPr lang="en-US" altLang="pt-BR" sz="2000" dirty="0" err="1">
                <a:latin typeface="Verdana" panose="020B0604030504040204" pitchFamily="34" charset="0"/>
              </a:rPr>
              <a:t>leia</a:t>
            </a:r>
            <a:r>
              <a:rPr lang="en-US" altLang="pt-BR" sz="2000" dirty="0">
                <a:latin typeface="Verdana" panose="020B0604030504040204" pitchFamily="34" charset="0"/>
              </a:rPr>
              <a:t> um valor </a:t>
            </a:r>
            <a:r>
              <a:rPr lang="en-US" altLang="pt-BR" sz="2000" dirty="0" err="1">
                <a:latin typeface="Verdana" panose="020B0604030504040204" pitchFamily="34" charset="0"/>
              </a:rPr>
              <a:t>inteiro</a:t>
            </a:r>
            <a:r>
              <a:rPr lang="en-US" altLang="pt-BR" sz="2000" dirty="0">
                <a:latin typeface="Verdana" panose="020B0604030504040204" pitchFamily="34" charset="0"/>
              </a:rPr>
              <a:t> e </a:t>
            </a:r>
            <a:r>
              <a:rPr lang="en-US" altLang="pt-BR" sz="2000" dirty="0" err="1">
                <a:latin typeface="Verdana" panose="020B0604030504040204" pitchFamily="34" charset="0"/>
              </a:rPr>
              <a:t>imprima</a:t>
            </a:r>
            <a:r>
              <a:rPr lang="en-US" altLang="pt-BR" sz="2000" dirty="0">
                <a:latin typeface="Verdana" panose="020B0604030504040204" pitchFamily="34" charset="0"/>
              </a:rPr>
              <a:t> </a:t>
            </a:r>
            <a:r>
              <a:rPr lang="en-US" altLang="pt-BR" sz="2000" dirty="0" err="1">
                <a:latin typeface="Verdana" panose="020B0604030504040204" pitchFamily="34" charset="0"/>
              </a:rPr>
              <a:t>seu</a:t>
            </a:r>
            <a:r>
              <a:rPr lang="en-US" altLang="pt-BR" sz="2000" dirty="0">
                <a:latin typeface="Verdana" panose="020B0604030504040204" pitchFamily="34" charset="0"/>
              </a:rPr>
              <a:t> antecessor e </a:t>
            </a:r>
            <a:r>
              <a:rPr lang="en-US" altLang="pt-BR" sz="2000" dirty="0" err="1">
                <a:latin typeface="Verdana" panose="020B0604030504040204" pitchFamily="34" charset="0"/>
              </a:rPr>
              <a:t>seu</a:t>
            </a:r>
            <a:r>
              <a:rPr lang="en-US" altLang="pt-BR" sz="2000" dirty="0">
                <a:latin typeface="Verdana" panose="020B0604030504040204" pitchFamily="34" charset="0"/>
              </a:rPr>
              <a:t> </a:t>
            </a:r>
            <a:r>
              <a:rPr lang="en-US" altLang="pt-BR" sz="2000" dirty="0" err="1">
                <a:latin typeface="Verdana" panose="020B0604030504040204" pitchFamily="34" charset="0"/>
              </a:rPr>
              <a:t>sucessor</a:t>
            </a:r>
            <a:r>
              <a:rPr lang="en-US" altLang="pt-BR" sz="2000" dirty="0">
                <a:latin typeface="Verdana" panose="020B0604030504040204" pitchFamily="34" charset="0"/>
              </a:rPr>
              <a:t>.</a:t>
            </a:r>
            <a:endParaRPr lang="pt-BR" altLang="pt-BR" sz="2000" dirty="0">
              <a:latin typeface="Verdana" panose="020B060403050404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445CFAB-D0AC-4076-B317-A9E3BF744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670" y="2818181"/>
            <a:ext cx="8314878" cy="3206805"/>
          </a:xfrm>
          <a:prstGeom prst="rect">
            <a:avLst/>
          </a:prstGeom>
        </p:spPr>
      </p:pic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918473DD-6D6E-4395-8E4E-619A8E71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7</a:t>
            </a:fld>
            <a:endParaRPr lang="pt-BR" dirty="0"/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BF8548DF-BB50-46BA-9FA7-537EEC4E9F60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7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49509A7-B001-4D8D-B596-38B5D1F24D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5E33438-B04C-4503-8C1D-CA6301BF59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CFD2756-4807-4AD9-8C91-A5FF2ADA9DA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>
            <a:extLst>
              <a:ext uri="{FF2B5EF4-FFF2-40B4-BE49-F238E27FC236}">
                <a16:creationId xmlns:a16="http://schemas.microsoft.com/office/drawing/2014/main" id="{2A36EB31-9A4E-4D3D-BDA9-9E312542E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316405AA-91FA-4339-BCF4-2209A97118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1" y="1916114"/>
            <a:ext cx="8640763" cy="280828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pt-BR" sz="2000">
                <a:latin typeface="Verdana" panose="020B0604030504040204" pitchFamily="34" charset="0"/>
              </a:rPr>
              <a:t>Um indivíduo, em um sábado a tarde, resolveu ir ao shopping comprar uma camisa para um jantar de negócios que teria na semana seguinte. Encontrou o que procurava em uma loja com 10% de desconto. Faça um algoritmo que solicite ao usuário o valor real da camisa e informe, ao final, o valor pago com os 10% de desconto.</a:t>
            </a:r>
            <a:endParaRPr lang="pt-BR" altLang="pt-BR" sz="2000">
              <a:latin typeface="Verdana" panose="020B060403050404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9EFC400-41CB-439E-B687-DCA7C5D603CE}"/>
              </a:ext>
            </a:extLst>
          </p:cNvPr>
          <p:cNvSpPr/>
          <p:nvPr/>
        </p:nvSpPr>
        <p:spPr>
          <a:xfrm>
            <a:off x="6632586" y="5013176"/>
            <a:ext cx="3886200" cy="14478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en-US" sz="1400" i="1" u="sng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Entrada</a:t>
            </a: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  <a:p>
            <a:pPr marL="285750" indent="-285750" algn="just">
              <a:buClr>
                <a:srgbClr val="FF0000"/>
              </a:buClr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Valor da </a:t>
            </a:r>
            <a:r>
              <a:rPr lang="en-US" sz="1400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Camisa</a:t>
            </a: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algn="just">
              <a:buClr>
                <a:schemeClr val="bg1"/>
              </a:buClr>
              <a:defRPr/>
            </a:pPr>
            <a:r>
              <a:rPr lang="en-US" sz="1400" i="1" u="sng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Saída</a:t>
            </a: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  <a:p>
            <a:pPr marL="285750" indent="-285750" algn="just">
              <a:buClr>
                <a:srgbClr val="FF0000"/>
              </a:buClr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Valor com 10% de </a:t>
            </a:r>
            <a:r>
              <a:rPr lang="en-US" sz="1400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desconto</a:t>
            </a: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1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buClr>
                <a:srgbClr val="FF0000"/>
              </a:buClr>
              <a:defRPr/>
            </a:pPr>
            <a:r>
              <a:rPr lang="en-US" sz="1400" i="1" u="sng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Processamento</a:t>
            </a:r>
            <a:r>
              <a:rPr lang="en-US" sz="1400" i="1" u="sng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  <a:p>
            <a:pPr indent="-285750" algn="just">
              <a:buClr>
                <a:srgbClr val="FF0000"/>
              </a:buClr>
              <a:buFont typeface="Wingdings" panose="05000000000000000000" pitchFamily="2" charset="2"/>
              <a:buChar char="§"/>
              <a:defRPr/>
            </a:pPr>
            <a:r>
              <a:rPr lang="en-US" sz="1400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Cálculo</a:t>
            </a: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10% de </a:t>
            </a:r>
            <a:r>
              <a:rPr lang="en-US" sz="1400" dirty="0" err="1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desconto</a:t>
            </a:r>
            <a:r>
              <a:rPr lang="en-US" sz="1400" dirty="0">
                <a:ln w="10160">
                  <a:noFill/>
                  <a:prstDash val="solid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t-BR" sz="1400" dirty="0">
              <a:ln w="10160">
                <a:noFill/>
                <a:prstDash val="solid"/>
              </a:ln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290F4D4B-3A0B-416A-BEF4-11A66D62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8</a:t>
            </a:fld>
            <a:endParaRPr lang="pt-BR" dirty="0"/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1EE6E718-16A9-42A4-B241-6AB7F617CA74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8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D85E6E-2BF7-4D34-832F-89DDB9A775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FC9B767-FB3A-483E-809F-2A485CB84D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CCCA1A6-F048-437C-A1D4-BB09EE908AB7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ítulo 2">
            <a:extLst>
              <a:ext uri="{FF2B5EF4-FFF2-40B4-BE49-F238E27FC236}">
                <a16:creationId xmlns:a16="http://schemas.microsoft.com/office/drawing/2014/main" id="{415E7FE4-3ACD-4B80-A914-C1B88BFA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779BB03-7044-4FCB-B706-4B39A16FD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75" y="2156313"/>
            <a:ext cx="8146774" cy="3563262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EAE6BF-37B8-49BB-B5E1-8DBCFDBD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9</a:t>
            </a:fld>
            <a:endParaRPr lang="pt-BR" dirty="0"/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E3E579DE-596A-4A13-93F7-24372678BA8C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9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77BD654-B279-4078-9405-B36DCDAB6B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330640C-E73E-4506-A86C-557A6B112C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7F42B014-D7BE-4713-BBEA-E342922EA670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8">
            <a:extLst>
              <a:ext uri="{FF2B5EF4-FFF2-40B4-BE49-F238E27FC236}">
                <a16:creationId xmlns:a16="http://schemas.microsoft.com/office/drawing/2014/main" id="{F8463C51-556C-454C-9941-7A4F06F3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pergunta">
            <a:extLst>
              <a:ext uri="{FF2B5EF4-FFF2-40B4-BE49-F238E27FC236}">
                <a16:creationId xmlns:a16="http://schemas.microsoft.com/office/drawing/2014/main" id="{CC482939-4CA7-4B5C-942A-B022C66D3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22985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016E07-6676-4D9F-84C3-0DA255F2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Obrigado pela atenção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DD0E9C-AD7C-455C-88CE-D6B4B15F3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114300" indent="0" algn="r">
              <a:buNone/>
            </a:pPr>
            <a:r>
              <a:rPr lang="pt-BR" sz="3200" u="sng" dirty="0"/>
              <a:t>contato</a:t>
            </a:r>
            <a:r>
              <a:rPr lang="pt-BR" sz="3200" dirty="0"/>
              <a:t>: felski@univali.br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F168F6-54B4-4590-9613-DC579FD2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10</a:t>
            </a:fld>
            <a:endParaRPr lang="pt-BR" dirty="0"/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10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9F42466-33B4-4D95-B47F-8A7D68770C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998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ência">
  <a:themeElements>
    <a:clrScheme name="Horizonte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ê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14939</TotalTime>
  <Words>365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</vt:lpstr>
      <vt:lpstr>Times New Roman</vt:lpstr>
      <vt:lpstr>Verdana</vt:lpstr>
      <vt:lpstr>Wingdings</vt:lpstr>
      <vt:lpstr>Adjacência</vt:lpstr>
      <vt:lpstr>Algoritmos Sequenciais</vt:lpstr>
      <vt:lpstr>O que são?</vt:lpstr>
      <vt:lpstr>Critérios para desenvolver um algoritmo</vt:lpstr>
      <vt:lpstr>Exemplo</vt:lpstr>
      <vt:lpstr>Exemplo</vt:lpstr>
      <vt:lpstr>Exemplo</vt:lpstr>
      <vt:lpstr>Exemplo</vt:lpstr>
      <vt:lpstr>Exemplo</vt:lpstr>
      <vt:lpstr>Exemplo</vt:lpstr>
      <vt:lpstr>Obrigado pela atenção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alexrese</dc:creator>
  <cp:lastModifiedBy>Usuário do Windows</cp:lastModifiedBy>
  <cp:revision>614</cp:revision>
  <dcterms:created xsi:type="dcterms:W3CDTF">2014-11-11T18:41:35Z</dcterms:created>
  <dcterms:modified xsi:type="dcterms:W3CDTF">2019-03-08T22:07:45Z</dcterms:modified>
</cp:coreProperties>
</file>