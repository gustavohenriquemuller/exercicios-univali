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17"/>
  </p:notesMasterIdLst>
  <p:sldIdLst>
    <p:sldId id="256" r:id="rId2"/>
    <p:sldId id="263" r:id="rId3"/>
    <p:sldId id="264" r:id="rId4"/>
    <p:sldId id="265" r:id="rId5"/>
    <p:sldId id="266" r:id="rId6"/>
    <p:sldId id="505" r:id="rId7"/>
    <p:sldId id="267" r:id="rId8"/>
    <p:sldId id="268" r:id="rId9"/>
    <p:sldId id="269" r:id="rId10"/>
    <p:sldId id="270" r:id="rId11"/>
    <p:sldId id="271" r:id="rId12"/>
    <p:sldId id="272" r:id="rId13"/>
    <p:sldId id="506" r:id="rId14"/>
    <p:sldId id="273" r:id="rId15"/>
    <p:sldId id="50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75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119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Thiago Felski Pereira" userId="a76654c4-f605-47da-b4a1-b46273390d5d" providerId="ADAL" clId="{A9F26CCD-7BC8-4D25-9C37-E6ABC4C0D4AF}"/>
    <pc:docChg chg="modSld">
      <pc:chgData name="Thiago Felski Pereira" userId="a76654c4-f605-47da-b4a1-b46273390d5d" providerId="ADAL" clId="{A9F26CCD-7BC8-4D25-9C37-E6ABC4C0D4AF}" dt="2020-05-29T00:06:56.888" v="7" actId="20577"/>
      <pc:docMkLst>
        <pc:docMk/>
      </pc:docMkLst>
      <pc:sldChg chg="modSp">
        <pc:chgData name="Thiago Felski Pereira" userId="a76654c4-f605-47da-b4a1-b46273390d5d" providerId="ADAL" clId="{A9F26CCD-7BC8-4D25-9C37-E6ABC4C0D4AF}" dt="2020-05-29T00:06:56.888" v="7" actId="20577"/>
        <pc:sldMkLst>
          <pc:docMk/>
          <pc:sldMk cId="3218115137" sldId="256"/>
        </pc:sldMkLst>
        <pc:spChg chg="mod">
          <ac:chgData name="Thiago Felski Pereira" userId="a76654c4-f605-47da-b4a1-b46273390d5d" providerId="ADAL" clId="{A9F26CCD-7BC8-4D25-9C37-E6ABC4C0D4AF}" dt="2020-05-29T00:06:56.888" v="7" actId="20577"/>
          <ac:spMkLst>
            <pc:docMk/>
            <pc:sldMk cId="3218115137" sldId="256"/>
            <ac:spMk id="2" creationId="{00000000-0000-0000-0000-000000000000}"/>
          </ac:spMkLst>
        </pc:spChg>
      </pc:sldChg>
    </pc:docChg>
  </pc:docChgLst>
  <pc:docChgLst>
    <pc:chgData name="Thiago Felski Pereira" userId="a76654c4-f605-47da-b4a1-b46273390d5d" providerId="ADAL" clId="{A020E4AB-4D2D-45DD-A73E-7BC33DC4DDEC}"/>
    <pc:docChg chg="custSel modSld">
      <pc:chgData name="Thiago Felski Pereira" userId="a76654c4-f605-47da-b4a1-b46273390d5d" providerId="ADAL" clId="{A020E4AB-4D2D-45DD-A73E-7BC33DC4DDEC}" dt="2021-06-19T15:58:51.789" v="6" actId="14100"/>
      <pc:docMkLst>
        <pc:docMk/>
      </pc:docMkLst>
      <pc:sldChg chg="modSp mod">
        <pc:chgData name="Thiago Felski Pereira" userId="a76654c4-f605-47da-b4a1-b46273390d5d" providerId="ADAL" clId="{A020E4AB-4D2D-45DD-A73E-7BC33DC4DDEC}" dt="2021-06-10T23:02:57.224" v="2" actId="14100"/>
        <pc:sldMkLst>
          <pc:docMk/>
          <pc:sldMk cId="4150357197" sldId="263"/>
        </pc:sldMkLst>
        <pc:spChg chg="mod">
          <ac:chgData name="Thiago Felski Pereira" userId="a76654c4-f605-47da-b4a1-b46273390d5d" providerId="ADAL" clId="{A020E4AB-4D2D-45DD-A73E-7BC33DC4DDEC}" dt="2021-06-10T23:02:57.224" v="2" actId="14100"/>
          <ac:spMkLst>
            <pc:docMk/>
            <pc:sldMk cId="4150357197" sldId="263"/>
            <ac:spMk id="7" creationId="{00000000-0000-0000-0000-000000000000}"/>
          </ac:spMkLst>
        </pc:spChg>
      </pc:sldChg>
      <pc:sldChg chg="modSp mod">
        <pc:chgData name="Thiago Felski Pereira" userId="a76654c4-f605-47da-b4a1-b46273390d5d" providerId="ADAL" clId="{A020E4AB-4D2D-45DD-A73E-7BC33DC4DDEC}" dt="2021-06-19T15:58:33.567" v="3" actId="14100"/>
        <pc:sldMkLst>
          <pc:docMk/>
          <pc:sldMk cId="671081128" sldId="270"/>
        </pc:sldMkLst>
        <pc:spChg chg="mod">
          <ac:chgData name="Thiago Felski Pereira" userId="a76654c4-f605-47da-b4a1-b46273390d5d" providerId="ADAL" clId="{A020E4AB-4D2D-45DD-A73E-7BC33DC4DDEC}" dt="2021-06-19T15:58:33.567" v="3" actId="14100"/>
          <ac:spMkLst>
            <pc:docMk/>
            <pc:sldMk cId="671081128" sldId="270"/>
            <ac:spMk id="7" creationId="{00000000-0000-0000-0000-000000000000}"/>
          </ac:spMkLst>
        </pc:spChg>
      </pc:sldChg>
      <pc:sldChg chg="modSp mod">
        <pc:chgData name="Thiago Felski Pereira" userId="a76654c4-f605-47da-b4a1-b46273390d5d" providerId="ADAL" clId="{A020E4AB-4D2D-45DD-A73E-7BC33DC4DDEC}" dt="2021-06-19T15:58:51.789" v="6" actId="14100"/>
        <pc:sldMkLst>
          <pc:docMk/>
          <pc:sldMk cId="2059024041" sldId="271"/>
        </pc:sldMkLst>
        <pc:spChg chg="mod">
          <ac:chgData name="Thiago Felski Pereira" userId="a76654c4-f605-47da-b4a1-b46273390d5d" providerId="ADAL" clId="{A020E4AB-4D2D-45DD-A73E-7BC33DC4DDEC}" dt="2021-06-19T15:58:51.789" v="6" actId="14100"/>
          <ac:spMkLst>
            <pc:docMk/>
            <pc:sldMk cId="2059024041" sldId="271"/>
            <ac:spMk id="7" creationId="{00000000-0000-0000-0000-000000000000}"/>
          </ac:spMkLst>
        </pc:spChg>
      </pc:sldChg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Thiago Felski Pereira" userId="a76654c4-f605-47da-b4a1-b46273390d5d" providerId="ADAL" clId="{80A0027C-C8AC-45F4-B926-F1365C344657}"/>
    <pc:docChg chg="custSel modSld">
      <pc:chgData name="Thiago Felski Pereira" userId="a76654c4-f605-47da-b4a1-b46273390d5d" providerId="ADAL" clId="{80A0027C-C8AC-45F4-B926-F1365C344657}" dt="2022-05-26T20:04:35.493" v="16" actId="478"/>
      <pc:docMkLst>
        <pc:docMk/>
      </pc:docMkLst>
      <pc:sldChg chg="delSp modSp mod">
        <pc:chgData name="Thiago Felski Pereira" userId="a76654c4-f605-47da-b4a1-b46273390d5d" providerId="ADAL" clId="{80A0027C-C8AC-45F4-B926-F1365C344657}" dt="2022-05-26T20:03:57.983" v="2" actId="478"/>
        <pc:sldMkLst>
          <pc:docMk/>
          <pc:sldMk cId="3218115137" sldId="256"/>
        </pc:sldMkLst>
        <pc:spChg chg="mod">
          <ac:chgData name="Thiago Felski Pereira" userId="a76654c4-f605-47da-b4a1-b46273390d5d" providerId="ADAL" clId="{80A0027C-C8AC-45F4-B926-F1365C344657}" dt="2022-05-26T20:03:55.808" v="1" actId="20577"/>
          <ac:spMkLst>
            <pc:docMk/>
            <pc:sldMk cId="3218115137" sldId="256"/>
            <ac:spMk id="4" creationId="{00000000-0000-0000-0000-000000000000}"/>
          </ac:spMkLst>
        </pc:spChg>
        <pc:picChg chg="del">
          <ac:chgData name="Thiago Felski Pereira" userId="a76654c4-f605-47da-b4a1-b46273390d5d" providerId="ADAL" clId="{80A0027C-C8AC-45F4-B926-F1365C344657}" dt="2022-05-26T20:03:57.983" v="2" actId="478"/>
          <ac:picMkLst>
            <pc:docMk/>
            <pc:sldMk cId="3218115137" sldId="256"/>
            <ac:picMk id="10" creationId="{00000000-0000-0000-0000-000000000000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00.510" v="3" actId="478"/>
        <pc:sldMkLst>
          <pc:docMk/>
          <pc:sldMk cId="4150357197" sldId="263"/>
        </pc:sldMkLst>
        <pc:picChg chg="del">
          <ac:chgData name="Thiago Felski Pereira" userId="a76654c4-f605-47da-b4a1-b46273390d5d" providerId="ADAL" clId="{80A0027C-C8AC-45F4-B926-F1365C344657}" dt="2022-05-26T20:04:00.510" v="3" actId="478"/>
          <ac:picMkLst>
            <pc:docMk/>
            <pc:sldMk cId="4150357197" sldId="263"/>
            <ac:picMk id="8" creationId="{3E6BEA40-520A-4BB7-98A7-F4A853F5E909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03.702" v="4" actId="478"/>
        <pc:sldMkLst>
          <pc:docMk/>
          <pc:sldMk cId="2232639362" sldId="264"/>
        </pc:sldMkLst>
        <pc:picChg chg="del">
          <ac:chgData name="Thiago Felski Pereira" userId="a76654c4-f605-47da-b4a1-b46273390d5d" providerId="ADAL" clId="{80A0027C-C8AC-45F4-B926-F1365C344657}" dt="2022-05-26T20:04:03.702" v="4" actId="478"/>
          <ac:picMkLst>
            <pc:docMk/>
            <pc:sldMk cId="2232639362" sldId="264"/>
            <ac:picMk id="21" creationId="{A2044CA7-9EB6-4334-88DB-C77CCD68CFE9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05.822" v="5" actId="478"/>
        <pc:sldMkLst>
          <pc:docMk/>
          <pc:sldMk cId="4120772077" sldId="265"/>
        </pc:sldMkLst>
        <pc:picChg chg="del">
          <ac:chgData name="Thiago Felski Pereira" userId="a76654c4-f605-47da-b4a1-b46273390d5d" providerId="ADAL" clId="{80A0027C-C8AC-45F4-B926-F1365C344657}" dt="2022-05-26T20:04:05.822" v="5" actId="478"/>
          <ac:picMkLst>
            <pc:docMk/>
            <pc:sldMk cId="4120772077" sldId="265"/>
            <ac:picMk id="8" creationId="{13E88495-EC3A-4328-A1B9-8C68F4230FC0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08.023" v="6" actId="478"/>
        <pc:sldMkLst>
          <pc:docMk/>
          <pc:sldMk cId="1675545560" sldId="266"/>
        </pc:sldMkLst>
        <pc:picChg chg="del">
          <ac:chgData name="Thiago Felski Pereira" userId="a76654c4-f605-47da-b4a1-b46273390d5d" providerId="ADAL" clId="{80A0027C-C8AC-45F4-B926-F1365C344657}" dt="2022-05-26T20:04:08.023" v="6" actId="478"/>
          <ac:picMkLst>
            <pc:docMk/>
            <pc:sldMk cId="1675545560" sldId="266"/>
            <ac:picMk id="9" creationId="{9D3FC23A-BF0E-4282-A5A7-5B1A0062096F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14.158" v="8" actId="478"/>
        <pc:sldMkLst>
          <pc:docMk/>
          <pc:sldMk cId="3792446516" sldId="267"/>
        </pc:sldMkLst>
        <pc:picChg chg="del">
          <ac:chgData name="Thiago Felski Pereira" userId="a76654c4-f605-47da-b4a1-b46273390d5d" providerId="ADAL" clId="{80A0027C-C8AC-45F4-B926-F1365C344657}" dt="2022-05-26T20:04:14.158" v="8" actId="478"/>
          <ac:picMkLst>
            <pc:docMk/>
            <pc:sldMk cId="3792446516" sldId="267"/>
            <ac:picMk id="9" creationId="{5D576252-989F-46C5-B5FC-147E915E27EF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16.150" v="9" actId="478"/>
        <pc:sldMkLst>
          <pc:docMk/>
          <pc:sldMk cId="621308951" sldId="268"/>
        </pc:sldMkLst>
        <pc:picChg chg="del">
          <ac:chgData name="Thiago Felski Pereira" userId="a76654c4-f605-47da-b4a1-b46273390d5d" providerId="ADAL" clId="{80A0027C-C8AC-45F4-B926-F1365C344657}" dt="2022-05-26T20:04:16.150" v="9" actId="478"/>
          <ac:picMkLst>
            <pc:docMk/>
            <pc:sldMk cId="621308951" sldId="268"/>
            <ac:picMk id="10" creationId="{26A02150-67FC-4C94-90E1-EFDCCA9D1DEF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18.542" v="10" actId="478"/>
        <pc:sldMkLst>
          <pc:docMk/>
          <pc:sldMk cId="4013745266" sldId="269"/>
        </pc:sldMkLst>
        <pc:picChg chg="del">
          <ac:chgData name="Thiago Felski Pereira" userId="a76654c4-f605-47da-b4a1-b46273390d5d" providerId="ADAL" clId="{80A0027C-C8AC-45F4-B926-F1365C344657}" dt="2022-05-26T20:04:18.542" v="10" actId="478"/>
          <ac:picMkLst>
            <pc:docMk/>
            <pc:sldMk cId="4013745266" sldId="269"/>
            <ac:picMk id="9" creationId="{2B6E6B0D-8921-475F-9F77-BFAA75C5F3FA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23.421" v="11" actId="478"/>
        <pc:sldMkLst>
          <pc:docMk/>
          <pc:sldMk cId="671081128" sldId="270"/>
        </pc:sldMkLst>
        <pc:picChg chg="del">
          <ac:chgData name="Thiago Felski Pereira" userId="a76654c4-f605-47da-b4a1-b46273390d5d" providerId="ADAL" clId="{80A0027C-C8AC-45F4-B926-F1365C344657}" dt="2022-05-26T20:04:23.421" v="11" actId="478"/>
          <ac:picMkLst>
            <pc:docMk/>
            <pc:sldMk cId="671081128" sldId="270"/>
            <ac:picMk id="9" creationId="{40A460D9-4728-4950-8E36-65A713F8CC04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25.745" v="12" actId="478"/>
        <pc:sldMkLst>
          <pc:docMk/>
          <pc:sldMk cId="2059024041" sldId="271"/>
        </pc:sldMkLst>
        <pc:picChg chg="del">
          <ac:chgData name="Thiago Felski Pereira" userId="a76654c4-f605-47da-b4a1-b46273390d5d" providerId="ADAL" clId="{80A0027C-C8AC-45F4-B926-F1365C344657}" dt="2022-05-26T20:04:25.745" v="12" actId="478"/>
          <ac:picMkLst>
            <pc:docMk/>
            <pc:sldMk cId="2059024041" sldId="271"/>
            <ac:picMk id="8" creationId="{6825A2BD-BD19-4E45-BFE6-3F87DF530BDF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27.998" v="13" actId="478"/>
        <pc:sldMkLst>
          <pc:docMk/>
          <pc:sldMk cId="3627874335" sldId="272"/>
        </pc:sldMkLst>
        <pc:picChg chg="del">
          <ac:chgData name="Thiago Felski Pereira" userId="a76654c4-f605-47da-b4a1-b46273390d5d" providerId="ADAL" clId="{80A0027C-C8AC-45F4-B926-F1365C344657}" dt="2022-05-26T20:04:27.998" v="13" actId="478"/>
          <ac:picMkLst>
            <pc:docMk/>
            <pc:sldMk cId="3627874335" sldId="272"/>
            <ac:picMk id="9" creationId="{D44B35FC-56DE-425D-8FC1-63B1507FEBDA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32.646" v="15" actId="478"/>
        <pc:sldMkLst>
          <pc:docMk/>
          <pc:sldMk cId="3174205675" sldId="273"/>
        </pc:sldMkLst>
        <pc:picChg chg="del">
          <ac:chgData name="Thiago Felski Pereira" userId="a76654c4-f605-47da-b4a1-b46273390d5d" providerId="ADAL" clId="{80A0027C-C8AC-45F4-B926-F1365C344657}" dt="2022-05-26T20:04:32.646" v="15" actId="478"/>
          <ac:picMkLst>
            <pc:docMk/>
            <pc:sldMk cId="3174205675" sldId="273"/>
            <ac:picMk id="9" creationId="{F1581BE7-7D93-4E18-9F64-4BE2DCEBC6BC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35.493" v="16" actId="478"/>
        <pc:sldMkLst>
          <pc:docMk/>
          <pc:sldMk cId="272499868" sldId="504"/>
        </pc:sldMkLst>
        <pc:picChg chg="del">
          <ac:chgData name="Thiago Felski Pereira" userId="a76654c4-f605-47da-b4a1-b46273390d5d" providerId="ADAL" clId="{80A0027C-C8AC-45F4-B926-F1365C344657}" dt="2022-05-26T20:04:35.493" v="16" actId="478"/>
          <ac:picMkLst>
            <pc:docMk/>
            <pc:sldMk cId="272499868" sldId="504"/>
            <ac:picMk id="8" creationId="{99F42466-33B4-4D95-B47F-8A7D68770C5A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11.845" v="7" actId="478"/>
        <pc:sldMkLst>
          <pc:docMk/>
          <pc:sldMk cId="1890212356" sldId="505"/>
        </pc:sldMkLst>
        <pc:picChg chg="del">
          <ac:chgData name="Thiago Felski Pereira" userId="a76654c4-f605-47da-b4a1-b46273390d5d" providerId="ADAL" clId="{80A0027C-C8AC-45F4-B926-F1365C344657}" dt="2022-05-26T20:04:11.845" v="7" actId="478"/>
          <ac:picMkLst>
            <pc:docMk/>
            <pc:sldMk cId="1890212356" sldId="505"/>
            <ac:picMk id="9" creationId="{9D3FC23A-BF0E-4282-A5A7-5B1A0062096F}"/>
          </ac:picMkLst>
        </pc:picChg>
      </pc:sldChg>
      <pc:sldChg chg="delSp mod">
        <pc:chgData name="Thiago Felski Pereira" userId="a76654c4-f605-47da-b4a1-b46273390d5d" providerId="ADAL" clId="{80A0027C-C8AC-45F4-B926-F1365C344657}" dt="2022-05-26T20:04:30.397" v="14" actId="478"/>
        <pc:sldMkLst>
          <pc:docMk/>
          <pc:sldMk cId="211303167" sldId="506"/>
        </pc:sldMkLst>
        <pc:picChg chg="del">
          <ac:chgData name="Thiago Felski Pereira" userId="a76654c4-f605-47da-b4a1-b46273390d5d" providerId="ADAL" clId="{80A0027C-C8AC-45F4-B926-F1365C344657}" dt="2022-05-26T20:04:30.397" v="14" actId="478"/>
          <ac:picMkLst>
            <pc:docMk/>
            <pc:sldMk cId="211303167" sldId="506"/>
            <ac:picMk id="9" creationId="{D44B35FC-56DE-425D-8FC1-63B1507FEBDA}"/>
          </ac:picMkLst>
        </pc:picChg>
      </pc:sldChg>
    </pc:docChg>
  </pc:docChgLst>
  <pc:docChgLst>
    <pc:chgData name="Thiago Felski Pereira" userId="a76654c4-f605-47da-b4a1-b46273390d5d" providerId="ADAL" clId="{55E51581-72A8-4578-9233-B462CFDEB84D}"/>
    <pc:docChg chg="undo custSel addSld modSld">
      <pc:chgData name="Thiago Felski Pereira" userId="a76654c4-f605-47da-b4a1-b46273390d5d" providerId="ADAL" clId="{55E51581-72A8-4578-9233-B462CFDEB84D}" dt="2020-10-27T13:17:13.204" v="6" actId="1076"/>
      <pc:docMkLst>
        <pc:docMk/>
      </pc:docMkLst>
      <pc:sldChg chg="delSp mod">
        <pc:chgData name="Thiago Felski Pereira" userId="a76654c4-f605-47da-b4a1-b46273390d5d" providerId="ADAL" clId="{55E51581-72A8-4578-9233-B462CFDEB84D}" dt="2020-10-27T11:03:16.347" v="3" actId="478"/>
        <pc:sldMkLst>
          <pc:docMk/>
          <pc:sldMk cId="1675545560" sldId="266"/>
        </pc:sldMkLst>
        <pc:picChg chg="del">
          <ac:chgData name="Thiago Felski Pereira" userId="a76654c4-f605-47da-b4a1-b46273390d5d" providerId="ADAL" clId="{55E51581-72A8-4578-9233-B462CFDEB84D}" dt="2020-10-27T11:03:16.347" v="3" actId="478"/>
          <ac:picMkLst>
            <pc:docMk/>
            <pc:sldMk cId="1675545560" sldId="266"/>
            <ac:picMk id="2" creationId="{00000000-0000-0000-0000-000000000000}"/>
          </ac:picMkLst>
        </pc:picChg>
      </pc:sldChg>
      <pc:sldChg chg="modSp mod">
        <pc:chgData name="Thiago Felski Pereira" userId="a76654c4-f605-47da-b4a1-b46273390d5d" providerId="ADAL" clId="{55E51581-72A8-4578-9233-B462CFDEB84D}" dt="2020-10-27T13:17:13.204" v="6" actId="1076"/>
        <pc:sldMkLst>
          <pc:docMk/>
          <pc:sldMk cId="3792446516" sldId="267"/>
        </pc:sldMkLst>
        <pc:graphicFrameChg chg="mod">
          <ac:chgData name="Thiago Felski Pereira" userId="a76654c4-f605-47da-b4a1-b46273390d5d" providerId="ADAL" clId="{55E51581-72A8-4578-9233-B462CFDEB84D}" dt="2020-10-27T13:17:13.204" v="6" actId="1076"/>
          <ac:graphicFrameMkLst>
            <pc:docMk/>
            <pc:sldMk cId="3792446516" sldId="267"/>
            <ac:graphicFrameMk id="4" creationId="{00000000-0000-0000-0000-000000000000}"/>
          </ac:graphicFrameMkLst>
        </pc:graphicFrameChg>
      </pc:sldChg>
      <pc:sldChg chg="delSp mod">
        <pc:chgData name="Thiago Felski Pereira" userId="a76654c4-f605-47da-b4a1-b46273390d5d" providerId="ADAL" clId="{55E51581-72A8-4578-9233-B462CFDEB84D}" dt="2020-10-27T11:04:41.657" v="5" actId="478"/>
        <pc:sldMkLst>
          <pc:docMk/>
          <pc:sldMk cId="3627874335" sldId="272"/>
        </pc:sldMkLst>
        <pc:picChg chg="del">
          <ac:chgData name="Thiago Felski Pereira" userId="a76654c4-f605-47da-b4a1-b46273390d5d" providerId="ADAL" clId="{55E51581-72A8-4578-9233-B462CFDEB84D}" dt="2020-10-27T11:04:41.657" v="5" actId="478"/>
          <ac:picMkLst>
            <pc:docMk/>
            <pc:sldMk cId="3627874335" sldId="272"/>
            <ac:picMk id="3" creationId="{00000000-0000-0000-0000-000000000000}"/>
          </ac:picMkLst>
        </pc:picChg>
      </pc:sldChg>
      <pc:sldChg chg="addSp delSp add mod">
        <pc:chgData name="Thiago Felski Pereira" userId="a76654c4-f605-47da-b4a1-b46273390d5d" providerId="ADAL" clId="{55E51581-72A8-4578-9233-B462CFDEB84D}" dt="2020-10-27T11:03:11.883" v="2" actId="478"/>
        <pc:sldMkLst>
          <pc:docMk/>
          <pc:sldMk cId="1890212356" sldId="505"/>
        </pc:sldMkLst>
        <pc:picChg chg="add del">
          <ac:chgData name="Thiago Felski Pereira" userId="a76654c4-f605-47da-b4a1-b46273390d5d" providerId="ADAL" clId="{55E51581-72A8-4578-9233-B462CFDEB84D}" dt="2020-10-27T11:03:11.883" v="2" actId="478"/>
          <ac:picMkLst>
            <pc:docMk/>
            <pc:sldMk cId="1890212356" sldId="505"/>
            <ac:picMk id="2" creationId="{00000000-0000-0000-0000-000000000000}"/>
          </ac:picMkLst>
        </pc:picChg>
      </pc:sldChg>
      <pc:sldChg chg="add">
        <pc:chgData name="Thiago Felski Pereira" userId="a76654c4-f605-47da-b4a1-b46273390d5d" providerId="ADAL" clId="{55E51581-72A8-4578-9233-B462CFDEB84D}" dt="2020-10-27T11:04:38.883" v="4"/>
        <pc:sldMkLst>
          <pc:docMk/>
          <pc:sldMk cId="211303167" sldId="5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26/05/2022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26/05/2022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28400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52601"/>
            <a:ext cx="10972800" cy="4373563"/>
          </a:xfrm>
        </p:spPr>
        <p:txBody>
          <a:bodyPr/>
          <a:lstStyle>
            <a:lvl1pPr marL="0" indent="0">
              <a:lnSpc>
                <a:spcPts val="2600"/>
              </a:lnSpc>
              <a:buFontTx/>
              <a:buNone/>
              <a:defRPr sz="2800" b="1"/>
            </a:lvl1pPr>
            <a:lvl2pPr marL="684213" indent="-227013">
              <a:lnSpc>
                <a:spcPts val="2600"/>
              </a:lnSpc>
              <a:defRPr sz="2400"/>
            </a:lvl2pPr>
            <a:lvl3pPr marL="1087438" indent="-173038">
              <a:lnSpc>
                <a:spcPts val="2600"/>
              </a:lnSpc>
              <a:defRPr sz="2000"/>
            </a:lvl3pPr>
            <a:lvl4pPr marL="1541463" indent="-169863">
              <a:lnSpc>
                <a:spcPts val="2600"/>
              </a:lnSpc>
              <a:defRPr sz="1600"/>
            </a:lvl4pPr>
            <a:lvl5pPr marL="2001838" indent="-173038">
              <a:lnSpc>
                <a:spcPts val="26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5507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550751"/>
            <a:ext cx="2844800" cy="365125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1582BD6-FC20-4557-852B-8433F8572D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1600" y="914400"/>
            <a:ext cx="1087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535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26/05/2022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Matrizes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12800" y="1196754"/>
            <a:ext cx="10100816" cy="4901381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Uma matriz é uma variável </a:t>
            </a:r>
            <a:r>
              <a:rPr lang="pt-BR" sz="1800" b="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multidimensional</a:t>
            </a: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homogênea (possui elementos somente do tipo declarado), armazenados sequencialmente e que utilizam o mesmo nome de variável para acessar os valores armazenados.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Como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um array.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diferença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dimensão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referência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Uma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referenciar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determinado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32897C-91FF-4D30-A987-1D057C781322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BD99F1-32CC-41BA-AD1A-35423CAECE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E6557F8-9848-4E90-8C0E-C0F41B4D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51CB4D7-67C5-40FE-8A67-48962E5791DE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35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19323" y="2079492"/>
            <a:ext cx="8238140" cy="236342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Mas como se declara uma matriz?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Tipo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dos dados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armazenados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 Como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vetor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, no C/C++,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armazena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somente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tipo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valor. 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Nome da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também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segue as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regras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nomeação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Quantidade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Quantidade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027065" y="5823780"/>
            <a:ext cx="26670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matrizes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[10][10]; 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" name="Conector de seta reta 3"/>
          <p:cNvCxnSpPr/>
          <p:nvPr/>
        </p:nvCxnSpPr>
        <p:spPr>
          <a:xfrm flipH="1" flipV="1">
            <a:off x="4341266" y="5442780"/>
            <a:ext cx="698695" cy="4315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V="1">
            <a:off x="5789065" y="5366580"/>
            <a:ext cx="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V="1">
            <a:off x="6703465" y="5366580"/>
            <a:ext cx="2286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V="1">
            <a:off x="7313066" y="5467796"/>
            <a:ext cx="647699" cy="3559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045865" y="5064212"/>
            <a:ext cx="12954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dados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armazenados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5320435" y="4890461"/>
            <a:ext cx="93726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Nome da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matriz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6360565" y="4881556"/>
            <a:ext cx="123063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Quantidade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linhas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7972195" y="5143524"/>
            <a:ext cx="123063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Quantidade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colunas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Número de Slide 3">
            <a:extLst>
              <a:ext uri="{FF2B5EF4-FFF2-40B4-BE49-F238E27FC236}">
                <a16:creationId xmlns:a16="http://schemas.microsoft.com/office/drawing/2014/main" id="{C7502B57-CF16-4143-B29D-420FEDE7843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65A0F0F-9193-48C6-AFEB-059E0D7285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A6660442-BB90-4552-B013-E65CDC71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559727EB-B7ED-44B4-BF96-55B75B0968E5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63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33600" y="2207360"/>
            <a:ext cx="8238140" cy="396484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multidimensionais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possuírem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2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dimensões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). 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Com os vetores foi criado um laço de repetição para controlar o índice. Em uma matriz, é necessário utilizar dois laços de repetição: um de controle das linhas, e outro de controle das colunas.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0EAFF4-F735-4922-BD1C-7CC84659DED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3ED70C-830D-452B-B42D-9E33E9DB0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280F88B-358C-46F4-8CAD-D109120D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E191E66-A44B-409C-9116-3E04E7F82FCC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77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72965" y="2512770"/>
            <a:ext cx="2286000" cy="266883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5x5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final.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0C841535-0D2F-411B-A828-BB3C6A762A9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7B3EB16-7BD9-4EA0-A816-A615209F0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BE0A689-FDFF-4538-A40B-114CF859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A538584-1B91-4B60-8F16-846757B44D2B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4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72965" y="2512770"/>
            <a:ext cx="2286000" cy="266883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5x5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final.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50" y="1468684"/>
            <a:ext cx="5867400" cy="5389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0C841535-0D2F-411B-A828-BB3C6A762A9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7B3EB16-7BD9-4EA0-A816-A615209F0A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BE0A689-FDFF-4538-A40B-114CF859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A538584-1B91-4B60-8F16-846757B44D2B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21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33600" y="1524000"/>
            <a:ext cx="8238140" cy="129418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forma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feito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339851"/>
              </p:ext>
            </p:extLst>
          </p:nvPr>
        </p:nvGraphicFramePr>
        <p:xfrm>
          <a:off x="3204670" y="2818180"/>
          <a:ext cx="6096000" cy="3858833"/>
        </p:xfrm>
        <a:graphic>
          <a:graphicData uri="http://schemas.openxmlformats.org/drawingml/2006/table">
            <a:tbl>
              <a:tblPr bandRow="1">
                <a:tableStyleId>{8FD4443E-F989-4FC4-A0C8-D5A2AF1F390B}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1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2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3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4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5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6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7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8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9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10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11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12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13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14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15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16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17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18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19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20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21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22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23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24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25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559CCDB7-2FD9-476D-86ED-9B588BE97EDB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4F66C39-1255-4485-BDF3-4A0DDFDD0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8A70F161-DA32-4A10-9B29-7652E95D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DAF27B0-C7C1-4985-8F9E-A149BB591217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44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972966" y="2207360"/>
            <a:ext cx="2294235" cy="419344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invertessemos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fosse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efetuado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forma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abaixo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655" y="1596541"/>
            <a:ext cx="5410200" cy="51319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830D68B7-3DD2-489E-AA3B-68DCDDBCAB3A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B627A66-C41A-468C-B1A7-6D1934D3E1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EB28915-89B1-4E95-AC6D-9BF7C553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8BC457F-00B0-4710-862D-693AED649981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30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33600" y="1524000"/>
            <a:ext cx="8390845" cy="129418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forma (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)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feito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ou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seja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652720" y="2729677"/>
          <a:ext cx="6096000" cy="3858833"/>
        </p:xfrm>
        <a:graphic>
          <a:graphicData uri="http://schemas.openxmlformats.org/drawingml/2006/table">
            <a:tbl>
              <a:tblPr bandRow="1">
                <a:tableStyleId>{46F890A9-2807-4EBB-B81D-B2AA78EC7F39}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1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/>
                        <a:t>0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/>
                        <a:t>1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/>
                        <a:t>2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/>
                        <a:t>3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/>
                        <a:t>4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/>
                        <a:t>0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6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11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16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21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/>
                        <a:t>1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2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7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12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17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/>
                        <a:t>22</a:t>
                      </a:r>
                      <a:r>
                        <a:rPr lang="en-US" sz="1400" kern="1200" baseline="30000" dirty="0"/>
                        <a:t>0</a:t>
                      </a:r>
                      <a:r>
                        <a:rPr lang="en-US" sz="1400" kern="1200" baseline="0" dirty="0"/>
                        <a:t> </a:t>
                      </a:r>
                      <a:r>
                        <a:rPr lang="en-US" sz="1400" kern="1200" baseline="0" dirty="0" err="1"/>
                        <a:t>elemento</a:t>
                      </a:r>
                      <a:endParaRPr lang="pt-BR" sz="1400" kern="1200" baseline="0" dirty="0">
                        <a:solidFill>
                          <a:schemeClr val="dk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/>
                        <a:t>2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8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13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18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23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/>
                        <a:t>3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9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14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19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24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100" dirty="0"/>
                        <a:t>4</a:t>
                      </a:r>
                      <a:endParaRPr lang="pt-BR" sz="1100" b="1" i="1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10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15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20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/>
                        <a:t>25</a:t>
                      </a:r>
                      <a:r>
                        <a:rPr lang="en-US" sz="1400" baseline="30000" dirty="0"/>
                        <a:t>0 </a:t>
                      </a:r>
                      <a:r>
                        <a:rPr lang="en-US" sz="1400" baseline="0" dirty="0" err="1"/>
                        <a:t>elemento</a:t>
                      </a:r>
                      <a:endParaRPr lang="pt-BR" sz="1400" baseline="30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D977D235-0AC0-4C0F-95F0-3C0C12740C3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080411-4D37-4C8A-92E0-53DDFD0341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DBF573-60B7-473F-92B5-B072F0CE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DE925D2F-2843-4526-9ADA-F39699D5D87A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745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11425" y="1443835"/>
            <a:ext cx="9605092" cy="510540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Como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funcionaria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preenchimento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).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completo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(j).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Retorna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vez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interno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completo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novamente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E segue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desta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forma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até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executar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laço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externo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completamente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pt-BR" sz="1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E se fosse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necessário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no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momento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declaração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r>
              <a:rPr lang="pt-BR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Existem duas formas: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Atribuição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zero para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toda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</a:p>
          <a:p>
            <a:pPr marL="1252538" lvl="2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[3][3] = {0};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Atribuição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valores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a 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1252538" lvl="2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int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[3][3] = {1,2,3,4,5,6,7,8,9}; . 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impressão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m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ficaria</a:t>
            </a:r>
            <a:r>
              <a:rPr lang="en-US" sz="140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640" y="5855060"/>
            <a:ext cx="4229100" cy="933450"/>
          </a:xfrm>
          <a:prstGeom prst="rect">
            <a:avLst/>
          </a:prstGeom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9B1B4B9A-79DF-4FCB-AB1C-4B6BD868B041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D102651-E66F-4184-959E-262998575D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A0D6686-86CB-453F-9502-7DB91DC5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ED6CBDF-1209-41C4-ADFB-B9065B6927DF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08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11424" y="1340775"/>
            <a:ext cx="9460316" cy="5214562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i="1" u="sng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Detalhe</a:t>
            </a:r>
            <a:r>
              <a:rPr lang="en-US" sz="1800" i="1" u="sng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i="1" u="sng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importante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servindo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sim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tivessemos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pPr marL="849313" lvl="1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[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][</a:t>
            </a:r>
            <a:r>
              <a:rPr lang="en-US" sz="18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dirty="0">
                <a:latin typeface="Verdana" pitchFamily="34" charset="0"/>
                <a:ea typeface="Verdana" pitchFamily="34" charset="0"/>
                <a:cs typeface="Verdana" pitchFamily="34" charset="0"/>
              </a:rPr>
              <a:t>] = 3;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e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Porque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?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está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dentro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primeiro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conjunto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colchetes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mesmo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ocorrendo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Então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utilizar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qualquer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nome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variável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representar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observado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posição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colchetes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encontra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7343A8-BBCD-467E-A67B-395C401DF6F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C72AC0D-3880-4C64-B6E9-220DA7143E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F4CCC89-C536-4D61-B342-B2AA756B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F572A7A-0BD0-4CDF-9B61-3AA3AF49399C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24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72966" y="2665475"/>
            <a:ext cx="1981200" cy="297424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5x5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diagonal principal.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8D5473BE-A9DB-49D8-A3CC-EB30D356C48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4673E64-F1E4-429B-A050-5FDABCCEE5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C610DD6-34A8-485F-B7EE-2D925261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DA049BA-D5A7-4812-A76C-3F158EA44B19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874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72966" y="2665475"/>
            <a:ext cx="1981200" cy="297424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Faça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um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programa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preencha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5x5 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exiba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diagonal principal.</a:t>
            </a:r>
            <a:endParaRPr lang="pt-BR" sz="1800" b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41" y="1668669"/>
            <a:ext cx="5954769" cy="49678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8D5473BE-A9DB-49D8-A3CC-EB30D356C48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4673E64-F1E4-429B-A050-5FDABCCEE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C610DD6-34A8-485F-B7EE-2D925261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DA049BA-D5A7-4812-A76C-3F158EA44B19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03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25670" y="2207360"/>
            <a:ext cx="8096299" cy="3660650"/>
          </a:xfrm>
        </p:spPr>
        <p:txBody>
          <a:bodyPr>
            <a:normAutofit/>
          </a:bodyPr>
          <a:lstStyle/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maior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parte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trabalho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com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matriz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manipulação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dos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exemplo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foi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solicitada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impressão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diagonal principal.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analisar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uma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diagonal principal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-se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perceber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nada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do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elemento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que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o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de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linha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é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igual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ao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da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coluna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</a:p>
          <a:p>
            <a:pPr marL="165100" indent="-1651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Neste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caso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dois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índices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podem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ser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1800" b="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iguais</a:t>
            </a:r>
            <a:r>
              <a:rPr lang="en-US" sz="18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sz="1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8F88A745-21F3-4D4A-8DDC-B4A754450340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4A16CD9-4C22-43F8-A05E-9664606F39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828366BF-FF34-4DDB-B30E-D0E943A9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6AE665C-79B5-44B7-B9BA-EF4F0D2017A1}"/>
              </a:ext>
            </a:extLst>
          </p:cNvPr>
          <p:cNvCxnSpPr>
            <a:cxnSpLocks/>
          </p:cNvCxnSpPr>
          <p:nvPr/>
        </p:nvCxnSpPr>
        <p:spPr>
          <a:xfrm>
            <a:off x="911424" y="1068162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20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15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15489</TotalTime>
  <Words>846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Verdana</vt:lpstr>
      <vt:lpstr>Wingdings</vt:lpstr>
      <vt:lpstr>Adjacência</vt:lpstr>
      <vt:lpstr>Matrizes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Definições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Felski Pereira</cp:lastModifiedBy>
  <cp:revision>620</cp:revision>
  <dcterms:created xsi:type="dcterms:W3CDTF">2014-11-11T18:41:35Z</dcterms:created>
  <dcterms:modified xsi:type="dcterms:W3CDTF">2022-05-26T20:04:41Z</dcterms:modified>
</cp:coreProperties>
</file>