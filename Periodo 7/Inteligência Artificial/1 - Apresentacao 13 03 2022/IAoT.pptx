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90" r:id="rId3"/>
    <p:sldId id="296" r:id="rId4"/>
    <p:sldId id="303" r:id="rId5"/>
    <p:sldId id="304" r:id="rId6"/>
    <p:sldId id="305" r:id="rId7"/>
    <p:sldId id="306" r:id="rId8"/>
    <p:sldId id="307" r:id="rId9"/>
    <p:sldId id="302" r:id="rId10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0" autoAdjust="0"/>
    <p:restoredTop sz="94660"/>
  </p:normalViewPr>
  <p:slideViewPr>
    <p:cSldViewPr>
      <p:cViewPr>
        <p:scale>
          <a:sx n="150" d="100"/>
          <a:sy n="150" d="100"/>
        </p:scale>
        <p:origin x="2016" y="10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13/03/2022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INTELIGÊNCIA ARTIFICIAL:</a:t>
            </a:r>
            <a:endParaRPr lang="pt-BR" sz="4000" b="1" spc="-27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APLICAÇÕES DE </a:t>
            </a:r>
            <a:r>
              <a:rPr lang="pt-BR" sz="4000" b="1" spc="-270" dirty="0" err="1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IAoT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562350"/>
            <a:ext cx="6946900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Müller</a:t>
            </a:r>
          </a:p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Luan Luiz Gambeta</a:t>
            </a:r>
          </a:p>
          <a:p>
            <a:pPr marL="12700" algn="ctr">
              <a:spcBef>
                <a:spcPts val="100"/>
              </a:spcBef>
            </a:pP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</a:t>
            </a: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Henrique Rohling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Introdução</a:t>
            </a:r>
            <a:endParaRPr lang="pt-BR" spc="-15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69331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 </a:t>
            </a:r>
            <a:r>
              <a:rPr lang="pt-BR" b="1" dirty="0" smtClean="0">
                <a:latin typeface="Helvetica" pitchFamily="2" charset="0"/>
              </a:rPr>
              <a:t>Inteligência Artificial das Coisas </a:t>
            </a:r>
            <a:r>
              <a:rPr lang="pt-BR" dirty="0" smtClean="0">
                <a:latin typeface="Helvetica" pitchFamily="2" charset="0"/>
              </a:rPr>
              <a:t>(</a:t>
            </a:r>
            <a:r>
              <a:rPr lang="pt-BR" dirty="0" err="1" smtClean="0">
                <a:latin typeface="Helvetica" pitchFamily="2" charset="0"/>
              </a:rPr>
              <a:t>IAoT</a:t>
            </a:r>
            <a:r>
              <a:rPr lang="pt-BR" dirty="0" smtClean="0">
                <a:latin typeface="Helvetica" pitchFamily="2" charset="0"/>
              </a:rPr>
              <a:t>) é uma união da </a:t>
            </a:r>
            <a:r>
              <a:rPr lang="pt-BR" b="1" dirty="0" smtClean="0">
                <a:latin typeface="Helvetica" pitchFamily="2" charset="0"/>
              </a:rPr>
              <a:t>inteligência artificial </a:t>
            </a:r>
            <a:r>
              <a:rPr lang="pt-BR" dirty="0" smtClean="0">
                <a:latin typeface="Helvetica" pitchFamily="2" charset="0"/>
              </a:rPr>
              <a:t>com a </a:t>
            </a:r>
            <a:r>
              <a:rPr lang="pt-BR" b="1" dirty="0" smtClean="0">
                <a:latin typeface="Helvetica" pitchFamily="2" charset="0"/>
              </a:rPr>
              <a:t>internet das coisas</a:t>
            </a:r>
            <a:r>
              <a:rPr lang="pt-BR" dirty="0">
                <a:latin typeface="Helvetica" pitchFamily="2" charset="0"/>
              </a:rPr>
              <a:t>;</a:t>
            </a:r>
            <a:endParaRPr lang="pt-BR" dirty="0" smtClean="0">
              <a:latin typeface="Helvetica" pitchFamily="2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Internet das coisas é a ideia de conectar </a:t>
            </a:r>
            <a:r>
              <a:rPr lang="pt-BR" b="1" dirty="0" smtClean="0">
                <a:latin typeface="Helvetica" pitchFamily="2" charset="0"/>
              </a:rPr>
              <a:t>objetos do cotidiano </a:t>
            </a:r>
            <a:r>
              <a:rPr lang="pt-BR" dirty="0" smtClean="0">
                <a:latin typeface="Helvetica" pitchFamily="2" charset="0"/>
              </a:rPr>
              <a:t>à internet, de forma que possibilite a coleta e transmissão de dados sobre seu uso;</a:t>
            </a:r>
            <a:endParaRPr lang="pt-BR" dirty="0" smtClean="0">
              <a:latin typeface="Helvetica" pitchFamily="2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 Inteligência Artificial das Coisas busca suprir a necessidade de analisar todos estes dados gerados pela </a:t>
            </a:r>
            <a:r>
              <a:rPr lang="pt-BR" dirty="0" err="1" smtClean="0">
                <a:latin typeface="Helvetica" pitchFamily="2" charset="0"/>
              </a:rPr>
              <a:t>IoT</a:t>
            </a:r>
            <a:r>
              <a:rPr lang="pt-BR" dirty="0">
                <a:latin typeface="Helvetica" pitchFamily="2" charset="0"/>
              </a:rPr>
              <a:t> </a:t>
            </a:r>
            <a:r>
              <a:rPr lang="pt-BR" dirty="0" smtClean="0">
                <a:latin typeface="Helvetica" pitchFamily="2" charset="0"/>
              </a:rPr>
              <a:t>e extrair informações de valor.</a:t>
            </a:r>
            <a:endParaRPr lang="pt-BR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5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err="1" smtClean="0">
                <a:latin typeface="Helvetica LT Std" panose="020B0504020202020204" pitchFamily="34" charset="0"/>
              </a:rPr>
              <a:t>Smart</a:t>
            </a:r>
            <a:r>
              <a:rPr lang="pt-BR" spc="-150" dirty="0" smtClean="0">
                <a:latin typeface="Helvetica LT Std" panose="020B0504020202020204" pitchFamily="34" charset="0"/>
              </a:rPr>
              <a:t> </a:t>
            </a:r>
            <a:r>
              <a:rPr lang="pt-BR" spc="-150" dirty="0" err="1" smtClean="0">
                <a:latin typeface="Helvetica LT Std" panose="020B0504020202020204" pitchFamily="34" charset="0"/>
              </a:rPr>
              <a:t>Houses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5031817" cy="249299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Dispositivos domésticos conectados à internet já eram uma aplicação de </a:t>
            </a:r>
            <a:r>
              <a:rPr lang="pt-BR" sz="1800" dirty="0" err="1" smtClean="0">
                <a:latin typeface="Helvetica" pitchFamily="2" charset="0"/>
              </a:rPr>
              <a:t>IoT</a:t>
            </a:r>
            <a:r>
              <a:rPr lang="pt-BR" sz="1800" dirty="0" smtClean="0">
                <a:latin typeface="Helvetica" pitchFamily="2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Aplicação de inteligência artificial no processo de análise de dados;</a:t>
            </a:r>
            <a:r>
              <a:rPr lang="pt-BR" sz="1800" dirty="0" smtClean="0">
                <a:latin typeface="Helvetica" pitchFamily="2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Capacidade de aprender e se adaptar à rotina das pessoas;</a:t>
            </a:r>
            <a:endParaRPr lang="pt-BR" sz="1800" dirty="0" smtClean="0">
              <a:latin typeface="Helvetica" pitchFamily="2" charset="0"/>
            </a:endParaRPr>
          </a:p>
        </p:txBody>
      </p:sp>
      <p:pic>
        <p:nvPicPr>
          <p:cNvPr id="2050" name="Picture 2" descr="Smart home: como deixar sua casa inteligente - Altenbur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3" r="27728"/>
          <a:stretch/>
        </p:blipFill>
        <p:spPr bwMode="auto">
          <a:xfrm>
            <a:off x="5552515" y="120015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43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Tópico 2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70743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err="1" smtClean="0">
                <a:latin typeface="Helvetica" pitchFamily="2" charset="0"/>
              </a:rPr>
              <a:t>Lorem</a:t>
            </a:r>
            <a:r>
              <a:rPr lang="pt-BR" sz="1800" dirty="0" smtClean="0">
                <a:latin typeface="Helvetica" pitchFamily="2" charset="0"/>
              </a:rPr>
              <a:t> Ipsum</a:t>
            </a: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65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Tópico 3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70743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err="1" smtClean="0">
                <a:latin typeface="Helvetica" pitchFamily="2" charset="0"/>
              </a:rPr>
              <a:t>Lorem</a:t>
            </a:r>
            <a:r>
              <a:rPr lang="pt-BR" sz="1800" dirty="0" smtClean="0">
                <a:latin typeface="Helvetica" pitchFamily="2" charset="0"/>
              </a:rPr>
              <a:t> Ipsum</a:t>
            </a: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6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Tópico 4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70743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err="1" smtClean="0">
                <a:latin typeface="Helvetica" pitchFamily="2" charset="0"/>
              </a:rPr>
              <a:t>Lorem</a:t>
            </a:r>
            <a:r>
              <a:rPr lang="pt-BR" sz="1800" dirty="0" smtClean="0">
                <a:latin typeface="Helvetica" pitchFamily="2" charset="0"/>
              </a:rPr>
              <a:t> Ipsum</a:t>
            </a: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37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Tópico 5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70743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err="1" smtClean="0">
                <a:latin typeface="Helvetica" pitchFamily="2" charset="0"/>
              </a:rPr>
              <a:t>Lorem</a:t>
            </a:r>
            <a:r>
              <a:rPr lang="pt-BR" sz="1800" dirty="0" smtClean="0">
                <a:latin typeface="Helvetica" pitchFamily="2" charset="0"/>
              </a:rPr>
              <a:t> Ipsum</a:t>
            </a: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47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487970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ABINC. </a:t>
            </a: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A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i</a:t>
            </a: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nteligência artificial das coisas.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  Disponível em: &lt;https://abinc.org.br/a-inteligencia-artificial-das-coisas/&gt;. Acesso em 12 mar. 2022.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DIGITAL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HOUSE. </a:t>
            </a:r>
            <a:r>
              <a:rPr lang="pt-BR" sz="1600" b="1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Smart</a:t>
            </a: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 Home: inteligência artificial funcionando dentro de casa.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  Disponível em: &lt;https://www.digitalhouse.com/br/blog/smart-home/&gt;. Acesso em 13 mar. 2022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</a:t>
            </a:r>
            <a:endParaRPr lang="pt-BR" sz="1600" dirty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SENAI. </a:t>
            </a: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Inteligência artificial das coisas e quais mudanças ela traz.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  Disponível em: &lt;https://www.senairs.org.br/industria-inteligente/aiot-o-que-e-inteligencia-artificial-das-coisas-e-quais-mudancas-ela-traz/&gt;. Acesso em 12 mar. 2022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</a:t>
            </a:r>
            <a:endParaRPr lang="pt-BR" sz="16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8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INTELIGÊNCIA ARTIFICIAL:</a:t>
            </a:r>
            <a:endParaRPr lang="pt-BR" sz="4000" b="1" spc="-27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APLICAÇÕES DE </a:t>
            </a:r>
            <a:r>
              <a:rPr lang="pt-BR" sz="4000" b="1" spc="-270" dirty="0" err="1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IAoT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562350"/>
            <a:ext cx="6946900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Müller</a:t>
            </a:r>
          </a:p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Luan Luiz Gambeta</a:t>
            </a:r>
          </a:p>
          <a:p>
            <a:pPr marL="12700" algn="ctr">
              <a:spcBef>
                <a:spcPts val="100"/>
              </a:spcBef>
            </a:pP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</a:t>
            </a: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Henrique Rohling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26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</TotalTime>
  <Words>269</Words>
  <Application>Microsoft Office PowerPoint</Application>
  <PresentationFormat>Apresentação na tela (16:9)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Helvetica</vt:lpstr>
      <vt:lpstr>Helvetica LT Std</vt:lpstr>
      <vt:lpstr>Office Theme</vt:lpstr>
      <vt:lpstr>Apresentação do PowerPoint</vt:lpstr>
      <vt:lpstr>Introdução</vt:lpstr>
      <vt:lpstr>Smart Houses</vt:lpstr>
      <vt:lpstr>Tópico 2</vt:lpstr>
      <vt:lpstr>Tópico 3</vt:lpstr>
      <vt:lpstr>Tópico 4</vt:lpstr>
      <vt:lpstr>Tópico 5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Paulo Henrique Rohling</cp:lastModifiedBy>
  <cp:revision>134</cp:revision>
  <dcterms:created xsi:type="dcterms:W3CDTF">2019-04-07T19:13:44Z</dcterms:created>
  <dcterms:modified xsi:type="dcterms:W3CDTF">2022-03-13T13:28:49Z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